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7"/>
  </p:notesMasterIdLst>
  <p:handoutMasterIdLst>
    <p:handoutMasterId r:id="rId8"/>
  </p:handoutMasterIdLst>
  <p:sldIdLst>
    <p:sldId id="3039" r:id="rId3"/>
    <p:sldId id="3040" r:id="rId4"/>
    <p:sldId id="3041" r:id="rId5"/>
    <p:sldId id="3042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450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CV後の接点をLINEに残す｜サンクスLINE誘導とは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CVの完了画面から、LINEの友だち追加へ案内する機能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6000" y="3849296"/>
            <a:ext cx="2988000" cy="79740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altLang="ja-JP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：</a:t>
            </a:r>
            <a:r>
              <a:rPr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100</a:t>
            </a:r>
            <a:r>
              <a:rPr lang="ja-JP" altLang="en-US"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</a:t>
            </a:r>
            <a:endParaRPr sz="2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8000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60</a:t>
            </a:r>
            <a:r>
              <a:rPr sz="18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000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サンクスLINE誘導の対象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999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999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23999" y="4248000"/>
            <a:ext cx="792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20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誘導可能率 60%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60000" y="4248000"/>
            <a:ext cx="792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56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友だち追加率 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誘導可能率・友だち追加率は想定値</a:t>
            </a:r>
            <a:endParaRPr sz="9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Pentagon 30"/>
          <p:cNvSpPr/>
          <p:nvPr/>
        </p:nvSpPr>
        <p:spPr>
          <a:xfrm>
            <a:off x="792000" y="1764000"/>
            <a:ext cx="2222400" cy="936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0000" y="1764000"/>
            <a:ext cx="1898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33" name="Chevron 32"/>
          <p:cNvSpPr/>
          <p:nvPr/>
        </p:nvSpPr>
        <p:spPr>
          <a:xfrm>
            <a:off x="28884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404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35" name="Chevron 34"/>
          <p:cNvSpPr/>
          <p:nvPr/>
        </p:nvSpPr>
        <p:spPr>
          <a:xfrm>
            <a:off x="49848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68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37" name="Chevron 36"/>
          <p:cNvSpPr/>
          <p:nvPr/>
        </p:nvSpPr>
        <p:spPr>
          <a:xfrm>
            <a:off x="70812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332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39" name="Chevron 38"/>
          <p:cNvSpPr/>
          <p:nvPr/>
        </p:nvSpPr>
        <p:spPr>
          <a:xfrm>
            <a:off x="91776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296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400" y="2736000"/>
            <a:ext cx="29424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予約・申込・問い合わせ・会員登録など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CVはゴールではなく、売上化のスタート地点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CVで接点が終わると、面談・商談・購入・継続利用につながらない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944000"/>
            <a:ext cx="1655999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7" name="Pentagon 6"/>
          <p:cNvSpPr/>
          <p:nvPr/>
        </p:nvSpPr>
        <p:spPr>
          <a:xfrm>
            <a:off x="2556000" y="19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4000" y="1944000"/>
            <a:ext cx="1981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9" name="Chevron 8"/>
          <p:cNvSpPr/>
          <p:nvPr/>
        </p:nvSpPr>
        <p:spPr>
          <a:xfrm>
            <a:off x="47355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7500" y="19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1" name="Chevron 10"/>
          <p:cNvSpPr/>
          <p:nvPr/>
        </p:nvSpPr>
        <p:spPr>
          <a:xfrm>
            <a:off x="69150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67000" y="19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接点終了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2000" y="3294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2000" y="3744000"/>
            <a:ext cx="1655999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</p:txBody>
      </p:sp>
      <p:sp>
        <p:nvSpPr>
          <p:cNvPr id="15" name="Pentagon 14"/>
          <p:cNvSpPr/>
          <p:nvPr/>
        </p:nvSpPr>
        <p:spPr>
          <a:xfrm>
            <a:off x="2556000" y="37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64000" y="3744000"/>
            <a:ext cx="1981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17" name="Chevron 16"/>
          <p:cNvSpPr/>
          <p:nvPr/>
        </p:nvSpPr>
        <p:spPr>
          <a:xfrm>
            <a:off x="4735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7500" y="37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Chevron 18"/>
          <p:cNvSpPr/>
          <p:nvPr/>
        </p:nvSpPr>
        <p:spPr>
          <a:xfrm>
            <a:off x="69150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7000" y="37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Chevron 20"/>
          <p:cNvSpPr/>
          <p:nvPr/>
        </p:nvSpPr>
        <p:spPr>
          <a:xfrm>
            <a:off x="9094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6500" y="37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LINE上で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継続接点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LINEヤフー活用事例｜旅行・クリニック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予約後・友だち追加後のLINE配信が、友だち化・予約の増加につながった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175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2000" y="1620000"/>
            <a:ext cx="508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旅行（観光バス）</a:t>
            </a:r>
          </a:p>
        </p:txBody>
      </p:sp>
      <p:sp>
        <p:nvSpPr>
          <p:cNvPr id="8" name="Pentagon 7"/>
          <p:cNvSpPr/>
          <p:nvPr/>
        </p:nvSpPr>
        <p:spPr>
          <a:xfrm>
            <a:off x="79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2070000"/>
            <a:ext cx="1456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高速バス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の予約</a:t>
            </a:r>
          </a:p>
        </p:txBody>
      </p:sp>
      <p:sp>
        <p:nvSpPr>
          <p:cNvPr id="10" name="Chevron 9"/>
          <p:cNvSpPr/>
          <p:nvPr/>
        </p:nvSpPr>
        <p:spPr>
          <a:xfrm>
            <a:off x="244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8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乗車前日の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案内をLINEで</a:t>
            </a:r>
          </a:p>
        </p:txBody>
      </p:sp>
      <p:sp>
        <p:nvSpPr>
          <p:cNvPr id="12" name="Chevron 11"/>
          <p:cNvSpPr/>
          <p:nvPr/>
        </p:nvSpPr>
        <p:spPr>
          <a:xfrm>
            <a:off x="410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2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295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予約番号・便名・乗車場所を、乗車前日の夕方に配信（LINE通知メッセージ）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0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案内を受け取った方の友だち追加率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671999"/>
            <a:ext cx="5088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680000"/>
            <a:ext cx="5088000" cy="46826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導入から約2か月で、4,398人が友だち追加（2021年10月〜）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予約忘れ・乗車前の問い合わせも減少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000" y="5436000"/>
            <a:ext cx="508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導入事例（琴平バス／2022年6月公開・取材先調べ）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2000" y="1620000"/>
            <a:ext cx="508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クリニック（皮膚科）</a:t>
            </a:r>
          </a:p>
        </p:txBody>
      </p:sp>
      <p:sp>
        <p:nvSpPr>
          <p:cNvPr id="20" name="Pentagon 19"/>
          <p:cNvSpPr/>
          <p:nvPr/>
        </p:nvSpPr>
        <p:spPr>
          <a:xfrm>
            <a:off x="631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0000" y="2070000"/>
            <a:ext cx="1456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22" name="Chevron 21"/>
          <p:cNvSpPr/>
          <p:nvPr/>
        </p:nvSpPr>
        <p:spPr>
          <a:xfrm>
            <a:off x="796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8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全5通</a:t>
            </a:r>
          </a:p>
        </p:txBody>
      </p:sp>
      <p:sp>
        <p:nvSpPr>
          <p:cNvPr id="24" name="Chevron 23"/>
          <p:cNvSpPr/>
          <p:nvPr/>
        </p:nvSpPr>
        <p:spPr>
          <a:xfrm>
            <a:off x="962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2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2000" y="295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ニキビ・治療法の解説 → 患者の声 → 無料カウンセリングのクーポン、の順に自動配信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2000" y="340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LINE経由の予約数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2000" y="3671999"/>
            <a:ext cx="5088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約20%増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2000" y="4680000"/>
            <a:ext cx="5088000" cy="46826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ステップ配信の実施前との比較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友だち追加広告による友だち数の増加も含む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12000" y="5436000"/>
            <a:ext cx="508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導入事例（アクネクリニック／2022年4月公開・取材先調べ）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143260</TotalTime>
  <Words>272</Words>
  <Application>Microsoft Office PowerPoint</Application>
  <PresentationFormat>ワイド画面</PresentationFormat>
  <Paragraphs>91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1967</cp:revision>
  <cp:lastPrinted>2022-11-01T11:38:14Z</cp:lastPrinted>
  <dcterms:created xsi:type="dcterms:W3CDTF">2015-09-04T09:21:15Z</dcterms:created>
  <dcterms:modified xsi:type="dcterms:W3CDTF">2026-10-05T23:34:21Z</dcterms:modified>
</cp:coreProperties>
</file>