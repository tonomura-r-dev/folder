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7"/>
  </p:notesMasterIdLst>
  <p:handoutMasterIdLst>
    <p:handoutMasterId r:id="rId8"/>
  </p:handoutMasterIdLst>
  <p:sldIdLst>
    <p:sldId id="2977" r:id="rId3"/>
    <p:sldId id="2979" r:id="rId4"/>
    <p:sldId id="3000" r:id="rId5"/>
    <p:sldId id="2968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※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費用（月額／初期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条件に合う新着求人をLINEでお届けします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LINEで登録（入力はほぼ不要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①）＋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サイト側で実装（LINE連携の開発は都度お見積もり</a:t>
            </a: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）／LINE 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Profile+は申請・審査のうえ別途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今後のご連絡はこのLINEでお送りします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br>
              <a:rPr lang="en-US"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</a:b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シミュレーションの応募数・費用には含めない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応募率2.0%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432000" y="1512000"/>
          <a:ext cx="7524000" cy="40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5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9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1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42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66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92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85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0〜14日後
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追加した方（約22人）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0〜14日後
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（約52人）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137回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（約210人）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197回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（約328人）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197回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2.0%
→ </a:t>
                      </a:r>
                      <a:r>
                        <a:rPr 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採用向け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338" y="1532339"/>
            <a:ext cx="1519200" cy="1012799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338" y="2759056"/>
            <a:ext cx="1519200" cy="2699364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2000" y="5670000"/>
            <a:ext cx="9043200" cy="40525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ステップの中身（全10通の例）：0日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あいさつ・職種を聞く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職種の違い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3日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→ 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資格取得支援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5日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他の職種との比較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7日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資格別の年収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現場の様子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地域別の新着求人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※クリック数はSIM ver2.6の9月の値を、動線ごとの友だち数（離脱防止29%・LINEで登録71%）と配信ごとのクリック比率で振り分けたもの。反応率の補正（1.46倍）と複数回のクリック（2.05倍）を含むため、対象×開封率×クリック率の単純な掛け算とは一致しません／コンサル費＝月20万円（初期20万円）、サンクスLINE＝月5万円（初期10万円）／画面はイメージです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友だちになった方が、電話なしで質問・相談できるようにします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LINEで登録</a:t>
            </a:r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</a:t>
            </a:r>
            <a:r>
              <a:rPr lang="ja-JP" altLang="en-US"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貴社の担当者の対応の手間を増やさずに、友だち・応募者とのやりとりを回せるようにします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クリックリターゲティング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条件別の配信を自動化する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電話でのやりとりを減らす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電話がつながらない手間を減らす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143180</TotalTime>
  <Words>724</Words>
  <Application>Microsoft Office PowerPoint</Application>
  <PresentationFormat>A4 210 x 297 mm</PresentationFormat>
  <Paragraphs>153</Paragraphs>
  <Slides>4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1962</cp:revision>
  <cp:lastPrinted>2022-11-01T11:38:14Z</cp:lastPrinted>
  <dcterms:created xsi:type="dcterms:W3CDTF">2015-09-04T09:21:15Z</dcterms:created>
  <dcterms:modified xsi:type="dcterms:W3CDTF">2026-09-29T07:32:27Z</dcterms:modified>
</cp:coreProperties>
</file>