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25600" y="2052000"/>
            <a:ext cx="1584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81600" y="2556000"/>
            <a:ext cx="288000" cy="360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1600" y="2052000"/>
            <a:ext cx="1872000" cy="136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5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845600" y="2052000"/>
            <a:ext cx="1440000" cy="13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6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357600" y="2556000"/>
            <a:ext cx="288000" cy="360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17600" y="205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7600" y="2772000"/>
            <a:ext cx="2663999" cy="647999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01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77600" y="3744000"/>
            <a:ext cx="2904000" cy="201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LINEで、成果まで育てる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申込んだ方に合わせて、LINEで次の一歩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へとつなげる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4592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資料請求した方</a:t>
            </a:r>
          </a:p>
        </p:txBody>
      </p:sp>
      <p:sp>
        <p:nvSpPr>
          <p:cNvPr id="6" name="Down Arrow 5"/>
          <p:cNvSpPr/>
          <p:nvPr/>
        </p:nvSpPr>
        <p:spPr>
          <a:xfrm>
            <a:off x="2057472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4592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比較のポイント・事例</a:t>
            </a:r>
          </a:p>
        </p:txBody>
      </p:sp>
      <p:sp>
        <p:nvSpPr>
          <p:cNvPr id="8" name="Down Arrow 7"/>
          <p:cNvSpPr/>
          <p:nvPr/>
        </p:nvSpPr>
        <p:spPr>
          <a:xfrm>
            <a:off x="2057472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4592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予約・来店へ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4719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予約した方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7375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4719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前日・当日のリマインド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375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4719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来店につなげる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4847" y="2215800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購入した方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417727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34847" y="3079801"/>
            <a:ext cx="259775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使い方・次回のご案内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417727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34847" y="4087801"/>
            <a:ext cx="259775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リピートへ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4592" y="4951801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弊社実績：美容クリニックで、予約後の来院率が40〜50%改善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広告は「申込みの数」、LINEは「売上」をつくる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同じ広告費のまま、申込みの「後」を伸ばして成約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数増加へ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988352" y="2287800"/>
            <a:ext cx="2459520" cy="27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広告の役割：申込みを集める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2912" y="2287800"/>
            <a:ext cx="4389696" cy="27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LINEの役割：申込んだ方を売上へ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592" y="2683800"/>
            <a:ext cx="91872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8352" y="2683800"/>
            <a:ext cx="245952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93952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8032" y="2683800"/>
            <a:ext cx="171072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84832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18912" y="2683800"/>
            <a:ext cx="2013696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 20件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 50,000円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4592" y="3727800"/>
            <a:ext cx="91872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8352" y="3727800"/>
            <a:ext cx="245952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493952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28032" y="3727800"/>
            <a:ext cx="1710720" cy="864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84832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18912" y="3727800"/>
            <a:ext cx="2013696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成約 24件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1件あたり 43,750円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4592" y="4879800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LINEの友だちは毎月たまり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案内・成約まで</a:t>
            </a:r>
            <a:endParaRPr lang="en-US" altLang="ja-JP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※試算例：成約率 20%（広告だけ）→ 24%（広告＋LINE）。1件あたり＝（広告費＋LINE費用 月5万円）÷成約件数。初期費用は含まない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進め方｜広告のご提案と、あわせて開始可能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お持ちのLINE公式アカウントに、完了画面からの導線を足すだけ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74592" y="201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9952" y="201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4592" y="3097801"/>
            <a:ext cx="76032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9952" y="3097801"/>
            <a:ext cx="7102656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688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120" y="4285801"/>
            <a:ext cx="2059200" cy="46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5万円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592" y="4789800"/>
            <a:ext cx="7958016" cy="251999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※APIツール（Lステップ等）と併用可／完了画面を増やす場合は追加費用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592" y="5149801"/>
            <a:ext cx="7958016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まずは、広告のご提案とあわせて、LINEへの導線設計をご提案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/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