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CE04CD-29D7-44E2-9194-997233C7FC74}" type="datetimeFigureOut">
              <a:rPr kumimoji="1" lang="ja-JP" altLang="en-US" smtClean="0"/>
              <a:t>2026/5/19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1EBBD3-6A59-44DC-91CF-B5FBD164392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343054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1EBBD3-6A59-44DC-91CF-B5FBD1643922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095734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7BF351E-26C8-191D-F169-EEFA55BF44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A627C196-6C5B-132E-4105-A29B10FFCA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1BD607F-2EDB-9D9E-8A72-34C90D8A4D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90BA1-967C-41DD-B5E8-C67A40DC54A5}" type="datetimeFigureOut">
              <a:rPr kumimoji="1" lang="ja-JP" altLang="en-US" smtClean="0"/>
              <a:t>2026/5/19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2543A40-6D1F-4970-EF07-6089CAAD68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AD33EFF-BF2D-0AEA-AFC2-2AEA85AA4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AD7-3407-4D95-8AF8-F105553AEC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600286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4DF0653-4D22-A802-60CF-A00F0745BB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6CFAA70-342E-2B2E-6702-0ECFB79E9C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BF14EC2-1034-22D2-14D5-E28A3AB1C3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90BA1-967C-41DD-B5E8-C67A40DC54A5}" type="datetimeFigureOut">
              <a:rPr kumimoji="1" lang="ja-JP" altLang="en-US" smtClean="0"/>
              <a:t>2026/5/19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3E1015C-CB40-730F-F868-53A785980D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3677E85-F9C4-3EAD-94BB-DE541F2235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AD7-3407-4D95-8AF8-F105553AEC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92252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312B18C-35E5-EF02-1B4D-2E0322F3C1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2B70BE6-77A4-A3B5-C8E1-6D9C76BD17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FE15E15-1E27-589F-0748-E9E5AC1139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90BA1-967C-41DD-B5E8-C67A40DC54A5}" type="datetimeFigureOut">
              <a:rPr kumimoji="1" lang="ja-JP" altLang="en-US" smtClean="0"/>
              <a:t>2026/5/19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1FFCDE7-FCDB-9828-1ACF-75F8041D37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A536F3B-B79A-ACFF-C28C-0188BE2FB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AD7-3407-4D95-8AF8-F105553AEC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200832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B1E4617-7564-CB7B-1832-CCC38D669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0ED1E86-2972-0F0E-1C00-CCC48E04F9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B8E865F-E735-FD34-5C95-43F55476C3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4F69E7D-C26B-D433-EAA1-94A43F03C5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90BA1-967C-41DD-B5E8-C67A40DC54A5}" type="datetimeFigureOut">
              <a:rPr kumimoji="1" lang="ja-JP" altLang="en-US" smtClean="0"/>
              <a:t>2026/5/19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0084778-F89D-0FAD-8E28-8A151F3FA7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A70F575-C90B-8B46-F50D-7DB6F3358C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AD7-3407-4D95-8AF8-F105553AEC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175521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D37B426-14E0-3ED5-D317-63C0DABFD7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871FE0-3E24-A518-B0A9-5B4A503CCD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D762A6B-4B8F-72DE-39AF-2879AE1D1F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3EC1959A-574E-FF8B-F83F-ACC31323693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B390E397-674E-ECC2-3CEB-8DDAC66A88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60419059-CB41-A55E-6CEF-43A7E3FBA2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90BA1-967C-41DD-B5E8-C67A40DC54A5}" type="datetimeFigureOut">
              <a:rPr kumimoji="1" lang="ja-JP" altLang="en-US" smtClean="0"/>
              <a:t>2026/5/19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C3E77CC1-714A-E142-7A31-E3F1160CBF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3D083F71-5CC7-2CE3-A5A3-4A86AD6D8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AD7-3407-4D95-8AF8-F105553AEC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211378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E86A05B-3487-742E-969A-27C8644F88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208757FA-0BB5-DCE1-2532-A24DBEEC0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90BA1-967C-41DD-B5E8-C67A40DC54A5}" type="datetimeFigureOut">
              <a:rPr kumimoji="1" lang="ja-JP" altLang="en-US" smtClean="0"/>
              <a:t>2026/5/19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B92EC95A-6248-35C9-D968-14EB26523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E7D9DCFC-5475-6E4B-AD18-3F2851702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AD7-3407-4D95-8AF8-F105553AEC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007014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9B66EC0B-5EEB-CB5C-C147-4DE51A74C7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90BA1-967C-41DD-B5E8-C67A40DC54A5}" type="datetimeFigureOut">
              <a:rPr kumimoji="1" lang="ja-JP" altLang="en-US" smtClean="0"/>
              <a:t>2026/5/19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B4E13CC9-E6E6-D835-A486-193BFE6BEB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191AF4D-EADB-1B7D-48D4-2C30021EA8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AD7-3407-4D95-8AF8-F105553AEC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719299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913B716-637A-0CCC-D7B7-A939C5C31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F2186C2-3397-491D-1330-54C2A483FE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5DB041F-2840-53D6-C020-81DFCE1D05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F3291AC-C458-D7EA-D028-CBBFDF908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90BA1-967C-41DD-B5E8-C67A40DC54A5}" type="datetimeFigureOut">
              <a:rPr kumimoji="1" lang="ja-JP" altLang="en-US" smtClean="0"/>
              <a:t>2026/5/19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B642F9-DBFD-4339-68CD-4EE3171D57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8D63397-739F-145A-ED26-F05A9FF282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AD7-3407-4D95-8AF8-F105553AEC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161807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4EF8F38-8121-3ECA-2BDD-675C890FCE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93E6C291-AE75-B856-3572-CB03ED71D7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9489A55-8D4E-C811-A739-AE345D585C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7BA6232-C091-BDCD-7744-D097BE9ED1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90BA1-967C-41DD-B5E8-C67A40DC54A5}" type="datetimeFigureOut">
              <a:rPr kumimoji="1" lang="ja-JP" altLang="en-US" smtClean="0"/>
              <a:t>2026/5/19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6C4F3F9-3F82-9D5D-A6A9-DB84B8BBB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24B402E-8876-3CF8-5117-4E991F36B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AD7-3407-4D95-8AF8-F105553AEC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226651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770759D-9BC6-1C26-BB0E-6C3859B24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2A980EF-F022-6077-5DF5-912556C58A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640B159-FC34-9A43-60C9-53A21ED78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90BA1-967C-41DD-B5E8-C67A40DC54A5}" type="datetimeFigureOut">
              <a:rPr kumimoji="1" lang="ja-JP" altLang="en-US" smtClean="0"/>
              <a:t>2026/5/19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2F13CF1-7E76-9DBC-8575-6642259A3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AAC48E6-F15F-D843-F5BE-F8334DE18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AD7-3407-4D95-8AF8-F105553AEC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220539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299967D6-65BE-739C-BDA6-24E65B42BA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48056884-BB70-A3E6-D463-7BFF98D181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6FFDBF6-0D85-AA03-63B2-D84198E690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90BA1-967C-41DD-B5E8-C67A40DC54A5}" type="datetimeFigureOut">
              <a:rPr kumimoji="1" lang="ja-JP" altLang="en-US" smtClean="0"/>
              <a:t>2026/5/19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152CAEA-E68D-3D58-894E-755C219A9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10CE65A-1CC2-8720-52E9-DA7045F52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AD7-3407-4D95-8AF8-F105553AEC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108070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CAE3796F-F6F1-53AF-6EB8-80D1FCB8B1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4C19597-59CD-0888-0185-0DDCD7B1B1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72818F7-9978-4C55-BE03-51814C17C9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A90BA1-967C-41DD-B5E8-C67A40DC54A5}" type="datetimeFigureOut">
              <a:rPr kumimoji="1" lang="ja-JP" altLang="en-US" smtClean="0"/>
              <a:t>2026/5/19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93BF4AB-1DE7-C801-E40C-420EE4028D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2BF6E9B-65BB-2114-EAA6-B5B15E6056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4C9AD7-3407-4D95-8AF8-F105553AEC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21864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03380C6B-41F2-7C5A-913D-55861CC20294}"/>
              </a:ext>
            </a:extLst>
          </p:cNvPr>
          <p:cNvSpPr txBox="1"/>
          <p:nvPr/>
        </p:nvSpPr>
        <p:spPr>
          <a:xfrm flipH="1">
            <a:off x="5902038" y="243512"/>
            <a:ext cx="6114760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ja-JP" altLang="en-US" sz="40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株式会社</a:t>
            </a:r>
            <a:r>
              <a:rPr kumimoji="1" lang="en-US" altLang="ja-JP" sz="40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DYM</a:t>
            </a:r>
          </a:p>
          <a:p>
            <a:pPr algn="r"/>
            <a:r>
              <a:rPr lang="en-US" altLang="ja-JP" sz="28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WEB</a:t>
            </a:r>
            <a:r>
              <a:rPr lang="ja-JP" altLang="en-US" sz="28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事業部</a:t>
            </a:r>
            <a:endParaRPr lang="en-US" altLang="ja-JP" sz="2800" b="1" dirty="0">
              <a:solidFill>
                <a:schemeClr val="tx2">
                  <a:lumMod val="90000"/>
                  <a:lumOff val="1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r"/>
            <a:endParaRPr kumimoji="1" lang="en-US" altLang="ja-JP" sz="2800" b="1" dirty="0">
              <a:solidFill>
                <a:schemeClr val="tx2">
                  <a:lumMod val="90000"/>
                  <a:lumOff val="1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r"/>
            <a:r>
              <a:rPr lang="ja-JP" altLang="en-US" sz="36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殿村亮太</a:t>
            </a:r>
            <a:endParaRPr lang="en-US" altLang="ja-JP" sz="3600" b="1" dirty="0">
              <a:solidFill>
                <a:schemeClr val="tx2">
                  <a:lumMod val="90000"/>
                  <a:lumOff val="1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r"/>
            <a:endParaRPr kumimoji="1" lang="en-US" altLang="ja-JP" sz="2800" b="1" dirty="0">
              <a:solidFill>
                <a:schemeClr val="tx2">
                  <a:lumMod val="90000"/>
                  <a:lumOff val="1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r"/>
            <a:endParaRPr lang="en-US" altLang="ja-JP" sz="2800" b="1" dirty="0">
              <a:solidFill>
                <a:schemeClr val="tx2">
                  <a:lumMod val="90000"/>
                  <a:lumOff val="1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r"/>
            <a:endParaRPr lang="en-US" altLang="ja-JP" sz="2800" b="1" dirty="0">
              <a:solidFill>
                <a:schemeClr val="tx2">
                  <a:lumMod val="90000"/>
                  <a:lumOff val="1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r"/>
            <a:endParaRPr lang="en-US" altLang="ja-JP" sz="2800" b="1" dirty="0">
              <a:solidFill>
                <a:schemeClr val="tx2">
                  <a:lumMod val="90000"/>
                  <a:lumOff val="1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r"/>
            <a:endParaRPr lang="en-US" altLang="ja-JP" sz="2800" b="1" dirty="0">
              <a:solidFill>
                <a:schemeClr val="tx2">
                  <a:lumMod val="90000"/>
                  <a:lumOff val="1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r"/>
            <a:endParaRPr lang="en-US" altLang="ja-JP" sz="2800" b="1" dirty="0">
              <a:solidFill>
                <a:schemeClr val="tx2">
                  <a:lumMod val="90000"/>
                  <a:lumOff val="1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pic>
        <p:nvPicPr>
          <p:cNvPr id="1026" name="Picture 2" descr="株式会社DYMのプレスリリース｜PR TIMES">
            <a:extLst>
              <a:ext uri="{FF2B5EF4-FFF2-40B4-BE49-F238E27FC236}">
                <a16:creationId xmlns:a16="http://schemas.microsoft.com/office/drawing/2014/main" id="{F5A197E9-B99C-A323-63CD-C4EFD000FB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369454"/>
            <a:ext cx="3092077" cy="21850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図 2" descr="QR コード&#10;&#10;AI 生成コンテンツは誤りを含む可能性があります。">
            <a:extLst>
              <a:ext uri="{FF2B5EF4-FFF2-40B4-BE49-F238E27FC236}">
                <a16:creationId xmlns:a16="http://schemas.microsoft.com/office/drawing/2014/main" id="{D21805A9-35FF-5B49-BCF6-28CEA3859B9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4683" y="3429000"/>
            <a:ext cx="2666090" cy="2666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97661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9</Words>
  <Application>Microsoft Office PowerPoint</Application>
  <PresentationFormat>ワイド画面</PresentationFormat>
  <Paragraphs>9</Paragraphs>
  <Slides>1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6" baseType="lpstr">
      <vt:lpstr>メイリオ</vt:lpstr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杉山 祐樹</dc:creator>
  <cp:lastModifiedBy>殿村 亮太</cp:lastModifiedBy>
  <cp:revision>5</cp:revision>
  <dcterms:created xsi:type="dcterms:W3CDTF">2025-06-13T01:16:01Z</dcterms:created>
  <dcterms:modified xsi:type="dcterms:W3CDTF">2026-05-18T23:12:43Z</dcterms:modified>
</cp:coreProperties>
</file>