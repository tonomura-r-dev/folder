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9" r:id="rId5"/>
    <p:sldId id="260" r:id="rId6"/>
    <p:sldId id="262" r:id="rId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課題｜同じ方に広告が出すぎている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少ない方に広告が重なり、予約1件に15,000円以上かかっている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現状の数値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0" y="1925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フリークエンシー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6400" y="1925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5.24（同じ方が月に5回以上、同じ広告を見ている）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400" y="21852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6400" y="21852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15,000円以上（予約1件あたりの広告費）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400" y="26747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400" y="26243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なぜ効率が落ちるのか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400" y="2966399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オーディエンスが少ない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60799" y="3209399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694799" y="2966399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予算を使い切るため、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同じ方に繰り返し表示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85199" y="3209399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19199" y="2966399"/>
            <a:ext cx="2654399" cy="486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予約は増えず、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CPAだけ上がる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400" y="37187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400" y="36683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オーディエンスの少ないエリア（例）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400" y="3974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三鷹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6400" y="3974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10,700〜12,600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0" y="42335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高松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6400" y="42335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上限25,000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400" y="44927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6400" y="44927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4,400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方針｜Meta予算の一部をLINE広告へ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広告費を増やさずに、Metaで届いていない方にも展示会を案内する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進め方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770400" y="1943999"/>
            <a:ext cx="8503200" cy="540000"/>
          </a:xfrm>
          <a:prstGeom prst="rect">
            <a:avLst/>
          </a:prstGeom>
          <a:solidFill>
            <a:srgbClr val="F4F7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36000" rIns="144000" bIns="36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同じ方に広告が出すぎている店舗のMeta予算を減らし、減らした分をその店舗のLINE広告に回す方針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400" y="27143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400" y="2664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銀座店の例（月）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0400" y="3006000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Meta広告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30万円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60799" y="3249000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94799" y="3006000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Meta広告 20万円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（同じ方への重複表示を削る）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85199" y="3249000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619199" y="3006000"/>
            <a:ext cx="2654399" cy="486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LINE広告 10万円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（減らした分を回す）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400" y="3758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400" y="37079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ポイント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400" y="4013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6400" y="4013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店舗ごとの総額は変わらない（銀座店は30万円のまま）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400" y="42732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LINE広告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6400" y="42732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Metaとは別の媒体。国内の月間利用者数 1億人以上（LINEヤフー公表）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400" y="4532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見直さない店舗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6400" y="4532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オーディエンスに対して予算がちょうどいい店舗は今のまま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" y="4917599"/>
            <a:ext cx="8629200" cy="216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仮に銀座店でLINE広告10万円 → クリック1,000（CPC 100円）→ 予約10件（予約率1.0%）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サンクスLINE｜申し込んだ方を来場まで追う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申込完了画面からLINEへ案内し、前日・当日のお知らせで来場につなげる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流れ</a:t>
            </a:r>
          </a:p>
        </p:txBody>
      </p:sp>
      <p:sp>
        <p:nvSpPr>
          <p:cNvPr id="8" name="Rectangle 7"/>
          <p:cNvSpPr/>
          <p:nvPr/>
        </p:nvSpPr>
        <p:spPr>
          <a:xfrm>
            <a:off x="770400" y="1961999"/>
            <a:ext cx="152784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申込フォーム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4240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240" y="1961999"/>
            <a:ext cx="152784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申込完了画面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78080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58080" y="1961999"/>
            <a:ext cx="152784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21920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001919" y="1961999"/>
            <a:ext cx="152784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前日・当日の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お知らせ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65759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45759" y="1961999"/>
            <a:ext cx="1527840" cy="540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400" y="27683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400" y="27179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友だちへの配信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400" y="3023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6400" y="3023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登録直後 → 2週間前 → 3日前 → 当日朝 → 終了後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400" y="32831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6400" y="32831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概要・予約 → 見どころ → リマインド・アクセス → 開催のお知らせ → お礼・次回案内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400" y="37727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400" y="37223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実績・費用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400" y="4028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実績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6400" y="4028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弊社運用の美容クリニックで、予約後の来院率 40〜50%改善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400" y="42875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6400" y="42875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初期15万円・月額3万円〜（追加でかかる費用はこれだけ）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143371</TotalTime>
  <Words>576</Words>
  <Application>Microsoft Office PowerPoint</Application>
  <PresentationFormat>A4 210 x 297 mm</PresentationFormat>
  <Paragraphs>191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2026-10-08T09:10:34Z</dcterms:modified>
</cp:coreProperties>
</file>