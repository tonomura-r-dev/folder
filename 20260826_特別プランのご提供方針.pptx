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9"/>
  </p:notesMasterIdLst>
  <p:handoutMasterIdLst>
    <p:handoutMasterId r:id="rId40"/>
  </p:handoutMasterIdLst>
  <p:sldIdLst>
    <p:sldId id="2935" r:id="rId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534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C1533E1-7172-D6F9-4659-AAF59CE221F1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18872"/>
            <a:ext cx="7406640" cy="365760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特別プランのご提供方針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8988552" cy="1874519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496312"/>
            <a:ext cx="1325880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10月〜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783080"/>
            <a:ext cx="6766560" cy="1874519"/>
          </a:xfrm>
          <a:prstGeom prst="rect">
            <a:avLst/>
          </a:prstGeom>
          <a:noFill/>
        </p:spPr>
        <p:txBody>
          <a:bodyPr wrap="square" lIns="0" rIns="54864" tIns="27432" bIns="27432" anchor="ctr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原則、特別プランのご提供は難しいです。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8988552" cy="1874519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782312"/>
            <a:ext cx="1325880" cy="45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11月以降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4069080"/>
            <a:ext cx="6766560" cy="1874519"/>
          </a:xfrm>
          <a:prstGeom prst="rect">
            <a:avLst/>
          </a:prstGeom>
          <a:noFill/>
        </p:spPr>
        <p:txBody>
          <a:bodyPr wrap="square" lIns="0" rIns="54864" tIns="27432" bIns="2743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各社様の配信金額と媒体インセンティブの兼ね合いから、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特別プランの調整をいたします。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141472</TotalTime>
  <Words>5264</Words>
  <Application>Microsoft Office PowerPoint</Application>
  <PresentationFormat>A4 210 x 297 mm</PresentationFormat>
  <Paragraphs>1342</Paragraphs>
  <Slides>36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36</vt:i4>
      </vt:variant>
    </vt:vector>
  </HeadingPairs>
  <TitlesOfParts>
    <vt:vector size="4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佐村 徳人</cp:lastModifiedBy>
  <cp:revision>1919</cp:revision>
  <cp:lastPrinted>2022-11-01T11:38:14Z</cp:lastPrinted>
  <dcterms:created xsi:type="dcterms:W3CDTF">2015-09-04T09:21:15Z</dcterms:created>
  <dcterms:modified xsi:type="dcterms:W3CDTF">2026-07-21T09:21:02Z</dcterms:modified>
</cp:coreProperties>
</file>