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935" r:id="rId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特別プランのご提供方針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8988552" cy="1874519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96312"/>
            <a:ext cx="1554480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6766560" cy="1874519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10月〜のプランではなく、</a:t>
            </a:r>
            <a:r>
              <a:rPr sz="18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11月から</a:t>
            </a: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のご案内になります。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8988552" cy="1874519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782312"/>
            <a:ext cx="1554480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弊社のご対応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069080"/>
            <a:ext cx="6766560" cy="1874519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各社様の配信金額と媒体インセンティブの兼ね合いから、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特別プランの調整をいたします。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