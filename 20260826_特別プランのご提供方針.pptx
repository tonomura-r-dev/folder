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935" r:id="rId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534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2026/7/21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5C1533E1-7172-D6F9-4659-AAF59CE221F1}"/>
              </a:ext>
            </a:extLst>
          </p:cNvPr>
          <p:cNvCxnSpPr>
            <a:cxnSpLocks/>
          </p:cNvCxnSpPr>
          <p:nvPr/>
        </p:nvCxnSpPr>
        <p:spPr>
          <a:xfrm>
            <a:off x="0" y="1390675"/>
            <a:ext cx="9906000" cy="0"/>
          </a:xfrm>
          <a:prstGeom prst="line">
            <a:avLst/>
          </a:prstGeom>
          <a:ln w="19050">
            <a:solidFill>
              <a:schemeClr val="bg1">
                <a:lumMod val="85000"/>
                <a:alpha val="6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18872"/>
            <a:ext cx="7406640" cy="36576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特別プランのご提供方針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03504"/>
            <a:ext cx="9162288" cy="73152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10月から原則、特別プランのご提供は難しく、</a:t>
            </a:r>
            <a:r>
              <a:rPr sz="14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11月以降</a:t>
            </a: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に各社様ごとの調整をいたします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8988552" cy="1133856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93976"/>
            <a:ext cx="1225296" cy="42062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10月〜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773936"/>
            <a:ext cx="6949440" cy="1060704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原則、特別プランのご提供は難しいです。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4745736" y="2999232"/>
            <a:ext cx="411480" cy="384048"/>
          </a:xfrm>
          <a:prstGeom prst="down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529584"/>
            <a:ext cx="8988552" cy="2468880"/>
          </a:xfrm>
          <a:prstGeom prst="rect">
            <a:avLst/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3803904"/>
            <a:ext cx="1225296" cy="420624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11月以降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694176"/>
            <a:ext cx="6949440" cy="658368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5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各社様の配信金額と媒体インセンティブの兼ね合いから、</a:t>
            </a:r>
          </a:p>
          <a:p>
            <a:pPr algn="l"/>
            <a:r>
              <a:rPr sz="15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特別プランの調整をいたします。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3657600" cy="274320"/>
          </a:xfrm>
          <a:prstGeom prst="rect">
            <a:avLst/>
          </a:prstGeom>
          <a:noFill/>
        </p:spPr>
        <p:txBody>
          <a:bodyPr wrap="square" lIns="0" rIns="54864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調整のポイント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09744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200"/>
              </a:spcAft>
            </a:pPr>
            <a:r>
              <a:rPr sz="105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各社様の</a:t>
            </a:r>
          </a:p>
          <a:p>
            <a:pPr algn="ctr"/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配信金額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4809744"/>
            <a:ext cx="548640" cy="91440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4809744"/>
            <a:ext cx="2514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200"/>
              </a:spcAft>
            </a:pPr>
            <a:r>
              <a:rPr sz="1050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媒体側の</a:t>
            </a:r>
          </a:p>
          <a:p>
            <a:pPr algn="ctr"/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媒体インセンティブ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809744"/>
            <a:ext cx="548640" cy="914400"/>
          </a:xfrm>
          <a:prstGeom prst="rect">
            <a:avLst/>
          </a:prstGeom>
          <a:noFill/>
        </p:spPr>
        <p:txBody>
          <a:bodyPr wrap="square" lIns="0" rIns="0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808080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4809744"/>
            <a:ext cx="2148840" cy="914400"/>
          </a:xfrm>
          <a:prstGeom prst="round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200"/>
              </a:spcAft>
            </a:pPr>
            <a:r>
              <a:rPr sz="1050">
                <a:solidFill>
                  <a:srgbClr val="C8D0E8"/>
                </a:solidFill>
                <a:latin typeface="メイリオ"/>
                <a:ea typeface="メイリオ"/>
                <a:cs typeface="メイリオ"/>
              </a:rPr>
              <a:t>各社様ごとに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特別プランを調整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141472</TotalTime>
  <Words>5264</Words>
  <Application>Microsoft Office PowerPoint</Application>
  <PresentationFormat>A4 210 x 297 mm</PresentationFormat>
  <Paragraphs>1342</Paragraphs>
  <Slides>36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佐村 徳人</cp:lastModifiedBy>
  <cp:revision>1919</cp:revision>
  <cp:lastPrinted>2022-11-01T11:38:14Z</cp:lastPrinted>
  <dcterms:created xsi:type="dcterms:W3CDTF">2015-09-04T09:21:15Z</dcterms:created>
  <dcterms:modified xsi:type="dcterms:W3CDTF">2026-07-21T09:21:02Z</dcterms:modified>
</cp:coreProperties>
</file>