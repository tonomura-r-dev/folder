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843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6000" y="3943800"/>
            <a:ext cx="4219200" cy="396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今はメール・電話だけ → 読まれない・つながらない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96191"/>
            <a:ext cx="9036000" cy="587617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485800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2791800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485800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485800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485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989801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425600" y="4896000"/>
            <a:ext cx="70560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33600" y="4986000"/>
            <a:ext cx="648000" cy="251999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3600" y="4896000"/>
            <a:ext cx="2520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 </a:t>
            </a: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月額 </a:t>
            </a: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5600" y="4986000"/>
            <a:ext cx="0" cy="252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53600" y="4896000"/>
            <a:ext cx="3491999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今お使いのAPIツール（Lステップ等）と併用できます</a:t>
            </a:r>
          </a:p>
          <a:p>
            <a:pPr algn="l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案内を置く完了画面を増やす場合は、追加費用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完了画面にLINEへの案内を置けば、広告で集めた申込みを売上までつなげる仕組みが、広告と同時に始められます。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14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14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22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22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4411800"/>
            <a:ext cx="5508000" cy="324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※設定する地点（完了画面）を増やす場合は追加費用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23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143214</TotalTime>
  <Words>302</Words>
  <Application>Microsoft Office PowerPoint</Application>
  <PresentationFormat>A4 210 x 297 mm</PresentationFormat>
  <Paragraphs>78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1962</cp:revision>
  <cp:lastPrinted>2022-11-01T11:38:14Z</cp:lastPrinted>
  <dcterms:created xsi:type="dcterms:W3CDTF">2015-09-04T09:21:15Z</dcterms:created>
  <dcterms:modified xsi:type="dcterms:W3CDTF">2026-09-30T08:32:22Z</dcterms:modified>
</cp:coreProperties>
</file>