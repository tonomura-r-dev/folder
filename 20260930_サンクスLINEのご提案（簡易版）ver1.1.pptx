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3547801"/>
            <a:ext cx="464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広告の成果（申込み数）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843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1945800"/>
            <a:ext cx="1872000" cy="288000"/>
          </a:xfrm>
          <a:prstGeom prst="roundRect">
            <a:avLst>
              <a:gd name="adj" fmla="val 1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ここをLINEに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47800"/>
            <a:ext cx="4219200" cy="540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今はメール・電話だけ → 読まれない・つながらない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96191"/>
            <a:ext cx="9036000" cy="587617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858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7918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4858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4858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485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9898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2000" y="4860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6000" y="5112000"/>
            <a:ext cx="936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000" y="4932000"/>
            <a:ext cx="3096000" cy="68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 </a:t>
            </a: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 </a:t>
            </a: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16000" y="4986000"/>
            <a:ext cx="0" cy="576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60000" y="4932000"/>
            <a:ext cx="4500000" cy="68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今お使いのAPIツール（Lステップ等）と併用できます</a:t>
            </a:r>
          </a:p>
          <a:p>
            <a:pPr algn="l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案内を置く完了画面を増やす場合は、追加費用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完了画面にLINEへの案内を置けば、広告で集めた申込みを売上までつなげる仕組みが、広告と同時に始められます。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14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14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22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22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411800"/>
            <a:ext cx="5508000" cy="324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23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143214</TotalTime>
  <Words>302</Words>
  <Application>Microsoft Office PowerPoint</Application>
  <PresentationFormat>A4 210 x 297 mm</PresentationFormat>
  <Paragraphs>78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2026-09-30T08:32:22Z</dcterms:modified>
</cp:coreProperties>
</file>