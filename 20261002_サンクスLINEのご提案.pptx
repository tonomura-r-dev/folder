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2160000"/>
            <a:ext cx="7740000" cy="34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・申込み⇒来店までに一定数が離脱する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（予約の2〜3割が来店せず／保険相談）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・広告費を増やしても、この離脱層は減らない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・関心が一番高い申込み直後に、LINEでつながるのが最適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（開封率 約70%／バス会社）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・無断キャンセルを防ぎ、来店につなげる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・実績：美容クリニック　来院率 40〜50%改善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・実績：保険相談　予約100件あたり 面談＋5件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・資料請求のみで終わらせず、予約・商談につなげる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・実績：皮膚科クリニック　予約数 約1.2倍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・実績：就職支援　面談予約率 55%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