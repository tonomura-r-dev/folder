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7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jp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jp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2160000"/>
            <a:ext cx="7740000" cy="34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・申込み⇒来店までに一定数が離脱する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　（予約の2〜3割が来店せず／保険見直し本舗）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・広告費を増やしても、この離脱層は減らない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・関心が一番高い申込み直後に、LINEでつながるのが最適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　（開封率 約70%／琴平バス）</a:t>
            </a:r>
          </a:p>
        </p:txBody>
      </p:sp>
      <p:sp>
        <p:nvSpPr>
          <p:cNvPr id="7" name="TextBox 19"/>
          <p:cNvSpPr txBox="1"/>
          <p:nvPr/>
        </p:nvSpPr>
        <p:spPr>
          <a:xfrm>
            <a:off x="1080000" y="5903999"/>
            <a:ext cx="7740000" cy="216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導入事例（保険見直し本舗・琴平バス）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36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114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48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803999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82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9"/>
          <p:cNvSpPr txBox="1"/>
          <p:nvPr/>
        </p:nvSpPr>
        <p:spPr>
          <a:xfrm>
            <a:off x="1080000" y="3564000"/>
            <a:ext cx="7740000" cy="25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・無断キャンセルを防ぎ、来店につなげる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・実績：美容クリニック（弊社）　来院率 40〜50%改善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・実績：保険見直し本舗　予約100件あたり 面談＋5件</a:t>
            </a:r>
          </a:p>
        </p:txBody>
      </p:sp>
      <p:sp>
        <p:nvSpPr>
          <p:cNvPr id="14" name="TextBox 19"/>
          <p:cNvSpPr txBox="1"/>
          <p:nvPr/>
        </p:nvSpPr>
        <p:spPr>
          <a:xfrm>
            <a:off x="1080000" y="5903999"/>
            <a:ext cx="7740000" cy="216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出典：弊社運用実績／LINEヤフー for Business 導入事例（保険見直し本舗）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シーン2｜資料請求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36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114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48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803999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82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見学・商談の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9"/>
          <p:cNvSpPr txBox="1"/>
          <p:nvPr/>
        </p:nvSpPr>
        <p:spPr>
          <a:xfrm>
            <a:off x="1080000" y="3564000"/>
            <a:ext cx="7740000" cy="25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・資料請求のみで終わらせず、予約・商談につなげる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・実績：皮膚科クリニック　予約数 約1.2倍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・実績：就職支援（UZUZ）　面談予約率 55%</a:t>
            </a:r>
          </a:p>
        </p:txBody>
      </p:sp>
      <p:sp>
        <p:nvSpPr>
          <p:cNvPr id="14" name="TextBox 19"/>
          <p:cNvSpPr txBox="1"/>
          <p:nvPr/>
        </p:nvSpPr>
        <p:spPr>
          <a:xfrm>
            <a:off x="1080000" y="5903999"/>
            <a:ext cx="7740000" cy="216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導入事例（アクネクリニック・UZUZ）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 b="1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弊社運用の美容クリニック様では、予約後来院率が40〜50%改善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