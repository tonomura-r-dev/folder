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2971" r:id="rId3"/>
    <p:sldId id="2972" r:id="rId4"/>
    <p:sldId id="2904" r:id="rId5"/>
    <p:sldId id="3007" r:id="rId6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サンクスLINE｜機能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684000"/>
            <a:ext cx="9036000" cy="432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ja-JP" sz="1600" dirty="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申込み完了画面から、LINEへ移行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12"/>
          <p:cNvSpPr/>
          <p:nvPr/>
        </p:nvSpPr>
        <p:spPr>
          <a:xfrm>
            <a:off x="1080000" y="1944000"/>
            <a:ext cx="1872000" cy="100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6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申込み完了画面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ight Arrow 5"/>
          <p:cNvSpPr/>
          <p:nvPr/>
        </p:nvSpPr>
        <p:spPr>
          <a:xfrm>
            <a:off x="2970000" y="2268000"/>
            <a:ext cx="360000" cy="360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4"/>
          <p:cNvSpPr/>
          <p:nvPr/>
        </p:nvSpPr>
        <p:spPr>
          <a:xfrm>
            <a:off x="3384000" y="1944000"/>
            <a:ext cx="1584000" cy="1007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LINEへ移行</a:t>
            </a:r>
          </a:p>
        </p:txBody>
      </p:sp>
      <p:sp>
        <p:nvSpPr>
          <p:cNvPr id="9" name="Right Arrow 5"/>
          <p:cNvSpPr/>
          <p:nvPr/>
        </p:nvSpPr>
        <p:spPr>
          <a:xfrm>
            <a:off x="4986000" y="2268000"/>
            <a:ext cx="360000" cy="360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12"/>
          <p:cNvSpPr/>
          <p:nvPr/>
        </p:nvSpPr>
        <p:spPr>
          <a:xfrm>
            <a:off x="5400000" y="1944000"/>
            <a:ext cx="3420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5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新規 → 友だち追加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12"/>
          <p:cNvSpPr/>
          <p:nvPr/>
        </p:nvSpPr>
        <p:spPr>
          <a:xfrm>
            <a:off x="5400000" y="2484000"/>
            <a:ext cx="3420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5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既存の友だち → トーク画面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9"/>
          <p:cNvSpPr txBox="1"/>
          <p:nvPr/>
        </p:nvSpPr>
        <p:spPr>
          <a:xfrm>
            <a:off x="1080000" y="3564000"/>
            <a:ext cx="7740000" cy="2520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・入力内容を引き継ぎ、配信の出し分けに活用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・今のアカウントにそのまま導入、APIツールとも併用可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・費用：初期15万円／月額3万円〜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サンクスLINE｜重要性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684000"/>
            <a:ext cx="9036000" cy="432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申込みの直後に、LINEでつながる</a:t>
            </a:r>
            <a:endParaRPr lang="en-US"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19"/>
          <p:cNvSpPr txBox="1"/>
          <p:nvPr/>
        </p:nvSpPr>
        <p:spPr>
          <a:xfrm>
            <a:off x="1080000" y="2160000"/>
            <a:ext cx="7740000" cy="3420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・申込み⇒来店までに一定数が離脱する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4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　（予約の2〜3割が来店せず／保険見直し本舗）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2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・広告費を増やしても、この離脱層は減らない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・関心が一番高い申込み直後に、LINEでつながるのが最適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　（開封率 約70%／琴平バス）</a:t>
            </a:r>
          </a:p>
        </p:txBody>
      </p:sp>
      <p:sp>
        <p:nvSpPr>
          <p:cNvPr id="7" name="TextBox 19"/>
          <p:cNvSpPr txBox="1"/>
          <p:nvPr/>
        </p:nvSpPr>
        <p:spPr>
          <a:xfrm>
            <a:off x="1080000" y="5903999"/>
            <a:ext cx="7740000" cy="216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導入事例（保険見直し本舗・琴平バス）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シーン1｜来店・来院の予約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684000"/>
            <a:ext cx="9036000" cy="432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予約を、来店・来院につなげる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12"/>
          <p:cNvSpPr/>
          <p:nvPr/>
        </p:nvSpPr>
        <p:spPr>
          <a:xfrm>
            <a:off x="1080000" y="1944000"/>
            <a:ext cx="1638000" cy="100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5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予約完了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ight Arrow 5"/>
          <p:cNvSpPr/>
          <p:nvPr/>
        </p:nvSpPr>
        <p:spPr>
          <a:xfrm>
            <a:off x="2736000" y="2268000"/>
            <a:ext cx="360000" cy="360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4"/>
          <p:cNvSpPr/>
          <p:nvPr/>
        </p:nvSpPr>
        <p:spPr>
          <a:xfrm>
            <a:off x="3114000" y="1944000"/>
            <a:ext cx="1638000" cy="1007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予約確認</a:t>
            </a:r>
          </a:p>
        </p:txBody>
      </p:sp>
      <p:sp>
        <p:nvSpPr>
          <p:cNvPr id="9" name="Right Arrow 5"/>
          <p:cNvSpPr/>
          <p:nvPr/>
        </p:nvSpPr>
        <p:spPr>
          <a:xfrm>
            <a:off x="4770000" y="2268000"/>
            <a:ext cx="360000" cy="360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4"/>
          <p:cNvSpPr/>
          <p:nvPr/>
        </p:nvSpPr>
        <p:spPr>
          <a:xfrm>
            <a:off x="5148000" y="1944000"/>
            <a:ext cx="1638000" cy="1007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前日に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お知らせ</a:t>
            </a:r>
          </a:p>
        </p:txBody>
      </p:sp>
      <p:sp>
        <p:nvSpPr>
          <p:cNvPr id="11" name="Right Arrow 5"/>
          <p:cNvSpPr/>
          <p:nvPr/>
        </p:nvSpPr>
        <p:spPr>
          <a:xfrm>
            <a:off x="6803999" y="2268000"/>
            <a:ext cx="360000" cy="360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2"/>
          <p:cNvSpPr/>
          <p:nvPr/>
        </p:nvSpPr>
        <p:spPr>
          <a:xfrm>
            <a:off x="7182000" y="1944000"/>
            <a:ext cx="1638000" cy="100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5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来店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9"/>
          <p:cNvSpPr txBox="1"/>
          <p:nvPr/>
        </p:nvSpPr>
        <p:spPr>
          <a:xfrm>
            <a:off x="1080000" y="3564000"/>
            <a:ext cx="7740000" cy="2520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・無断キャンセルを防ぎ、来店につなげる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・実績：美容クリニック（弊社）　来院率 40〜50%改善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・実績：保険見直し本舗　予約100件あたり 面談＋5件</a:t>
            </a:r>
          </a:p>
        </p:txBody>
      </p:sp>
      <p:sp>
        <p:nvSpPr>
          <p:cNvPr id="14" name="TextBox 19"/>
          <p:cNvSpPr txBox="1"/>
          <p:nvPr/>
        </p:nvSpPr>
        <p:spPr>
          <a:xfrm>
            <a:off x="1080000" y="5903999"/>
            <a:ext cx="7740000" cy="216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出典：弊社運用実績／LINEヤフー for Business 導入事例（保険見直し本舗）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シーン2｜資料請求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684000"/>
            <a:ext cx="9036000" cy="432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資料請求を、予約・商談につなげる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12"/>
          <p:cNvSpPr/>
          <p:nvPr/>
        </p:nvSpPr>
        <p:spPr>
          <a:xfrm>
            <a:off x="1080000" y="1944000"/>
            <a:ext cx="1638000" cy="100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5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ight Arrow 5"/>
          <p:cNvSpPr/>
          <p:nvPr/>
        </p:nvSpPr>
        <p:spPr>
          <a:xfrm>
            <a:off x="2736000" y="2268000"/>
            <a:ext cx="360000" cy="360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4"/>
          <p:cNvSpPr/>
          <p:nvPr/>
        </p:nvSpPr>
        <p:spPr>
          <a:xfrm>
            <a:off x="3114000" y="1944000"/>
            <a:ext cx="1638000" cy="1007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LINEへ案内</a:t>
            </a:r>
          </a:p>
        </p:txBody>
      </p:sp>
      <p:sp>
        <p:nvSpPr>
          <p:cNvPr id="9" name="Right Arrow 5"/>
          <p:cNvSpPr/>
          <p:nvPr/>
        </p:nvSpPr>
        <p:spPr>
          <a:xfrm>
            <a:off x="4770000" y="2268000"/>
            <a:ext cx="360000" cy="360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4"/>
          <p:cNvSpPr/>
          <p:nvPr/>
        </p:nvSpPr>
        <p:spPr>
          <a:xfrm>
            <a:off x="5148000" y="1944000"/>
            <a:ext cx="1638000" cy="1007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事例・動画を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</a:t>
            </a:r>
          </a:p>
        </p:txBody>
      </p:sp>
      <p:sp>
        <p:nvSpPr>
          <p:cNvPr id="11" name="Right Arrow 5"/>
          <p:cNvSpPr/>
          <p:nvPr/>
        </p:nvSpPr>
        <p:spPr>
          <a:xfrm>
            <a:off x="6803999" y="2268000"/>
            <a:ext cx="360000" cy="360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2"/>
          <p:cNvSpPr/>
          <p:nvPr/>
        </p:nvSpPr>
        <p:spPr>
          <a:xfrm>
            <a:off x="7182000" y="1944000"/>
            <a:ext cx="1638000" cy="100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5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見学・商談の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5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9"/>
          <p:cNvSpPr txBox="1"/>
          <p:nvPr/>
        </p:nvSpPr>
        <p:spPr>
          <a:xfrm>
            <a:off x="1080000" y="3564000"/>
            <a:ext cx="7740000" cy="2520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・資料請求のみで終わらせず、予約・商談につなげる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・実績：皮膚科クリニック　予約数 約1.2倍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・実績：就職支援（UZUZ）　面談予約率 55%</a:t>
            </a:r>
          </a:p>
        </p:txBody>
      </p:sp>
      <p:sp>
        <p:nvSpPr>
          <p:cNvPr id="14" name="TextBox 19"/>
          <p:cNvSpPr txBox="1"/>
          <p:nvPr/>
        </p:nvSpPr>
        <p:spPr>
          <a:xfrm>
            <a:off x="1080000" y="5903999"/>
            <a:ext cx="7740000" cy="216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導入事例（アクネクリニック・UZUZ）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319</Words>
  <Application>Microsoft Office PowerPoint</Application>
  <PresentationFormat>A4 210 x 297 mm</PresentationFormat>
  <Paragraphs>80</Paragraphs>
  <Slides>5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2026-09-30T08:47:37Z</dcterms:modified>
</cp:coreProperties>
</file>