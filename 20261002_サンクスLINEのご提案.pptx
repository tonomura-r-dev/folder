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 b="1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2160000"/>
            <a:ext cx="7740000" cy="34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・申込み⇒来店までに一定数が離脱する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・申込み完了の画面は、関心が一番高い瞬間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・つながると、読まれる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（開封率 約70%・クリック率はメルマガの約5倍／バス会社）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・つながると、動く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（予約後の来院率 40〜50%改善／美容クリニック）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・無断キャンセルを防ぎ、来店につなげる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・実績：美容室　次回予約客数 20%増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・資料請求のみで終わらせず、予約・商談につなげる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・実績：皮膚科クリニック　予約数 約1.2倍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・実績：就職支援　LINEで問い合わせた方の55%が面談を予約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