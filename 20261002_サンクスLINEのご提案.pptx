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サンクスLINE｜機能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申込み完了画面から、LINEへ移行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5796000" y="2015999"/>
            <a:ext cx="3311999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・新規は友だち追加、既存の友だちはトーク画面へ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・入力内容を引き継ぎ、配信の出し分けに活用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・今のアカウントにそのまま導入、APIツールとも併用可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・費用：初期15万円／月額3万円〜</a:t>
            </a:r>
          </a:p>
        </p:txBody>
      </p:sp>
      <p:pic>
        <p:nvPicPr>
          <p:cNvPr id="7" name="Picture 12" descr="thanks_line_screen_st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1872000"/>
            <a:ext cx="4608000" cy="3815909"/>
          </a:xfrm>
          <a:prstGeom prst="rect">
            <a:avLst/>
          </a:prstGeom>
        </p:spPr>
      </p:pic>
      <p:sp>
        <p:nvSpPr>
          <p:cNvPr id="8" name="TextBox 19"/>
          <p:cNvSpPr txBox="1"/>
          <p:nvPr/>
        </p:nvSpPr>
        <p:spPr>
          <a:xfrm>
            <a:off x="1080000" y="6048000"/>
            <a:ext cx="7740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2160000"/>
            <a:ext cx="7740000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・申込み⇒来店までに一定数が離脱する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（予約の2〜3割が来店せず／保険見直し本舗）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・広告費を増やしても、この離脱層は減らない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・関心が一番高い申込み直後に、LINEでつながるのが最適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（開封率 約70%／琴平バス）</a:t>
            </a:r>
          </a:p>
        </p:txBody>
      </p:sp>
      <p:sp>
        <p:nvSpPr>
          <p:cNvPr id="7" name="TextBox 19"/>
          <p:cNvSpPr txBox="1"/>
          <p:nvPr/>
        </p:nvSpPr>
        <p:spPr>
          <a:xfrm>
            <a:off x="1080000" y="5903999"/>
            <a:ext cx="7740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導入事例（保険見直し本舗・琴平バス）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・無断キャンセルを防ぎ、来店につなげる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・実績：美容クリニック（弊社）　来院率 40〜50%改善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・実績：保険見直し本舗　予約100件あたり 面談＋5件</a:t>
            </a:r>
          </a:p>
        </p:txBody>
      </p:sp>
      <p:sp>
        <p:nvSpPr>
          <p:cNvPr id="14" name="TextBox 19"/>
          <p:cNvSpPr txBox="1"/>
          <p:nvPr/>
        </p:nvSpPr>
        <p:spPr>
          <a:xfrm>
            <a:off x="1080000" y="5903999"/>
            <a:ext cx="7740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出典：弊社運用実績／LINEヤフー for Business 導入事例（保険見直し本舗）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・資料請求のみで終わらせず、予約・商談につなげる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・実績：皮膚科クリニック　予約数 約1.2倍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・実績：就職支援（UZUZ）　面談予約率 55%</a:t>
            </a:r>
          </a:p>
        </p:txBody>
      </p:sp>
      <p:sp>
        <p:nvSpPr>
          <p:cNvPr id="14" name="TextBox 19"/>
          <p:cNvSpPr txBox="1"/>
          <p:nvPr/>
        </p:nvSpPr>
        <p:spPr>
          <a:xfrm>
            <a:off x="1080000" y="5903999"/>
            <a:ext cx="7740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導入事例（アクネクリニック・UZUZ）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