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06577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1023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出典｜各社の公式サイトのLINE紹介ページ・LINE公式アカウントのプロフィール（2026年10月22日確認）。友だち数は表示値。マンパワーグループは「JOBNET」のアカウント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371600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1371600"/>
            <a:ext cx="20574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1371600"/>
            <a:ext cx="11430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1371600"/>
            <a:ext cx="3703319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1371600"/>
            <a:ext cx="178308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682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1682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1682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希望に合う求人情報が届く。ジョブタイプ診断、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682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" y="21396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139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2139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2139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139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5968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25968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5968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25968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" y="305409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054095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3054095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54095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5240" y="3054095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5112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5112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35112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35112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9768" y="39684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3968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968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968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3968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4425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6040" y="4425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425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425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