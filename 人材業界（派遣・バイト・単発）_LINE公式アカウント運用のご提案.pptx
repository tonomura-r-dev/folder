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6"/>
  </p:notesMasterIdLst>
  <p:handoutMasterIdLst>
    <p:handoutMasterId r:id="rId37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997" r:id="rId21"/>
    <p:sldId id="2954" r:id="rId22"/>
    <p:sldId id="2998" r:id="rId23"/>
    <p:sldId id="2966" r:id="rId24"/>
    <p:sldId id="2999" r:id="rId25"/>
    <p:sldId id="3000" r:id="rId26"/>
    <p:sldId id="3001" r:id="rId27"/>
    <p:sldId id="2953" r:id="rId28"/>
    <p:sldId id="3002" r:id="rId29"/>
    <p:sldId id="3003" r:id="rId30"/>
    <p:sldId id="3004" r:id="rId31"/>
    <p:sldId id="2908" r:id="rId32"/>
    <p:sldId id="3005" r:id="rId33"/>
    <p:sldId id="3008" r:id="rId34"/>
    <p:sldId id="1169" r:id="rId3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jpeg"/><Relationship Id="rId7" Type="http://schemas.openxmlformats.org/officeDocument/2006/relationships/image" Target="../media/image27.jpeg"/><Relationship Id="rId8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6128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2704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友だち数は表示値。マンパワーグループは「JOBNET」のアカウント。バイトルはプロフィール非公開、マイナビバイトは友だち数を確認できず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371600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1371600"/>
            <a:ext cx="20574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6040" y="1371600"/>
            <a:ext cx="114300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1371600"/>
            <a:ext cx="3703319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1371600"/>
            <a:ext cx="1783080" cy="310896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1682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06040" y="1682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1682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希望に合う求人情報が届く。ジョブタイプ診断、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1682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768" y="21396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2139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2139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2139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5240" y="2139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25968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6040" y="25968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25968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5240" y="25968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8" y="305409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054095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3054095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3054095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5240" y="3054095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35112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6040" y="35112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0480" y="35112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トークのメニューから、条件・キーワードで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求人を探す。会員ID連携でおすすめ求人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35112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29768" y="3968496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39684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39684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40480" y="39684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39684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4425696"/>
            <a:ext cx="20574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6040" y="4425696"/>
            <a:ext cx="114300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0480" y="4425696"/>
            <a:ext cx="3703319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よくある質問を掲載。仕事探し・申込みはアプリで行う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425696"/>
            <a:ext cx="1783080" cy="4572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アプリへつなぐ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" y="4956048"/>
            <a:ext cx="9043416" cy="54864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希望を伺って求人を届けるのはアデコ・ランスタッド、探す入口はスタッフサービス・バイトル。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タイミー・マンパワーグループは、LINEからアプリ・マイページへつないでいる。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どこで友だちになったかで、その方に配信する内容を決める。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 → 希望条件5問 → 14日間のステップ配信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面接・職場見学の前日のご案内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条件に合う新着求人と、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リッチメニューの「探す入口」をご案内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あいさつで「できること」をご案内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希望条件5問 → 新着求人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掲載エリアの新着求人をご案内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希望条件の再確認 → 次のお仕事のご案内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相談先を伝える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4225</Words>
  <Application>Microsoft Office PowerPoint</Application>
  <PresentationFormat>A4 210 x 297 mm</PresentationFormat>
  <Paragraphs>776</Paragraphs>
  <Slides>33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1929</cp:revision>
  <cp:lastPrinted>2022-11-01T11:38:14Z</cp:lastPrinted>
  <dcterms:created xsi:type="dcterms:W3CDTF">2015-09-04T09:21:15Z</dcterms:created>
  <dcterms:modified xsi:type="dcterms:W3CDTF">2026-10-21T09:43:01Z</dcterms:modified>
</cp:coreProperties>
</file>