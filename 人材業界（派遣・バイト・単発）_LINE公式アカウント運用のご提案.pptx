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6"/>
  </p:notesMasterIdLst>
  <p:handoutMasterIdLst>
    <p:handoutMasterId r:id="rId37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997" r:id="rId21"/>
    <p:sldId id="2954" r:id="rId22"/>
    <p:sldId id="2998" r:id="rId23"/>
    <p:sldId id="2966" r:id="rId24"/>
    <p:sldId id="2999" r:id="rId25"/>
    <p:sldId id="3000" r:id="rId26"/>
    <p:sldId id="3001" r:id="rId27"/>
    <p:sldId id="2953" r:id="rId28"/>
    <p:sldId id="3002" r:id="rId29"/>
    <p:sldId id="3003" r:id="rId30"/>
    <p:sldId id="3004" r:id="rId31"/>
    <p:sldId id="2908" r:id="rId32"/>
    <p:sldId id="3005" r:id="rId33"/>
    <p:sldId id="3008" r:id="rId34"/>
    <p:sldId id="1169" r:id="rId3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24.jpeg"/><Relationship Id="rId5" Type="http://schemas.openxmlformats.org/officeDocument/2006/relationships/image" Target="../media/image25.jpeg"/><Relationship Id="rId6" Type="http://schemas.openxmlformats.org/officeDocument/2006/relationships/image" Target="../media/image26.jpeg"/><Relationship Id="rId7" Type="http://schemas.openxmlformats.org/officeDocument/2006/relationships/image" Target="../media/image27.jpeg"/><Relationship Id="rId8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39175"/>
            <a:ext cx="9043200" cy="58085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が</a:t>
            </a:r>
            <a:r>
              <a:rPr lang="en-US" altLang="ja-JP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LINE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でスムーズに進むため</a:t>
            </a: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のご提案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第3章｜参考事例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タウンワークのLINE運用（公式事例・実際の画面・3つの仕組み）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3280"/>
            <a:ext cx="6048000" cy="585216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友だち追加の動線・あいさつ・リッチメニュー</a:t>
            </a:r>
          </a:p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14日間のステップ配信・満了前のご案内・通知メッセージ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5558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12040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>
              <a:lnSpc>
                <a:spcPct val="160000"/>
              </a:lnSpc>
            </a:pP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により、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広告費はそのままで、同じ方にくり返し応募いただき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6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就業・再就業につながる機会を増やせる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351453" y="776599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短期14日／満了前に再開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応募前に離れた方は友だちとして残り、応募した方には次の仕事探しで戻っていただくなど、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  <a:endParaRPr sz="15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219821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3年ルール」</a:t>
            </a:r>
          </a:p>
          <a:p>
            <a:pPr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探し始めの段階で、すでに将来の働き方も視野に入れている</a:t>
            </a:r>
            <a:endParaRPr lang="en-US" altLang="ja-JP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endParaRPr lang="en-US" altLang="ja-JP" sz="5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lang="en-US" altLang="ja-JP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次の仕事を考え始めている可能性がある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検索行動のデータであり、応募者ご本人の行動と同じとは限らない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557117"/>
            <a:ext cx="9331200" cy="77936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単発バイト」を検索した方は、検索の前は仕事を探し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検索の後は「続けられるか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副業として問題ないか」を調べている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それに適した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配信を設計する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024583"/>
            <a:ext cx="18720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登録時点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単発バイト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検索行動のデータであり、応募後の行動そのものではない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［第2章］他社分析｜派遣・バイト大手のLINE運用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大手各社は、LINEを「求人を探す入口」か「希望を伺って求人を届ける場」として使っている。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応募の手続きは、サイト・アプリ・マイページで行う会社が多い。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6128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2704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追加の直後に希望を伺い、合う求人を届ける形は、派遣大手がすでに取り入れている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公式サイトのLINE紹介ページ・LINE公式アカウントのプロフィール（2026年10月22日確認）。友だち数は表示値。マンパワーグループは「JOBNET」のアカウント。マイナビバイトは友だち数を確認できず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371600"/>
            <a:ext cx="9043416" cy="3108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1371600"/>
            <a:ext cx="205740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会社（区分）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6040" y="1371600"/>
            <a:ext cx="114300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0480" y="1371600"/>
            <a:ext cx="3703319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LINEでできること（各社の案内）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5240" y="1371600"/>
            <a:ext cx="178308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LINEの使い方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16824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スタッフサービス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06040" y="16824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5,248,970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16824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希望に合う求人情報が届く。ジョブタイプ診断、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在宅・週4日以内など条件別の求人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16824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探す入口＋診断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9768" y="2139696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21396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アデコ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21396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1,010,975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0" y="21396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追加後のアンケート（約1分）で希望を伺い、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条件に合う求人を配信。求人への応募も可能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5240" y="21396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希望を伺って届ける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25968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ランスタッド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06040" y="25968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76,424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25968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希望条件に合う求人の案内。入社書類の提出、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就業中のチャット相談・勤怠報告まで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35240" y="25968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届ける＋就業中の連絡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9768" y="305409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054095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マンパワーグループ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3054095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11,030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0480" y="3054095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求人情報・キャンペーン・セミナーの配信。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応募はJOBNETのマイページから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35240" y="3054095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マイページへつなぐ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35112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バイトル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6040" y="35112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15,848,943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40480" y="35112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おすすめ求人や、あなたに合った情報を届ける。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トークのメニューから条件・キーワードで探す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35112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探す入口＋届ける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9768" y="3968496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39684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マイナビバイト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39684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39684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学生・主婦（夫）・フリーター向けの情報、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履歴書・面接対策、保存した求人の通知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39684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情報・通知の配信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44256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単発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06040" y="44256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199,061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0480" y="44256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あなたに合ったおすすめの求人を届ける。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仕事探し・申込みはアプリで行う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4256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届ける＋アプリへ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768" y="4956048"/>
            <a:ext cx="9043416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希望を伺って求人を届けるのはアデコ・ランスタッド、探す入口はスタッフサービス・バイトル。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タイミー・マンパワーグループは、LINEで求人を届け、応募はアプリ・マイページで行う。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1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719791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✓追加から14日間の自動配信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［第4章］構築｜友だち追加の動線と、その後の配信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どこで友だちになっても、まず求人診断で希望条件を伺い、その後の配信を場面ごとに変える。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216152"/>
            <a:ext cx="2450592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友だち追加の場面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1216152"/>
            <a:ext cx="1965959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1216152"/>
            <a:ext cx="4352544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その方に配信する内容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1545336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応募完了画面＊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（サンクスLINE誘導）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1545336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1545336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求人診断（希望条件5問）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面接・見学の前日のご案内、満了前に次のお仕事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2249424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2249424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応募せずに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2249424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条件に合う求人／時給・続けられるかの不安に回答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" y="2953512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2953512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知らない方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2953512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このアカウントでできること → 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条件に合う求人を3件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3657600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3657600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貴社を知った方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3657600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求人診断（エリアは掲載地域から）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掲載エリアの新着求人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4361687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1800" y="4361687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（既存リスト）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4361687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求人診断（次に探す時期も伺う）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時期に合わせて求人をご案内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5120639"/>
            <a:ext cx="9043416" cy="914400"/>
          </a:xfrm>
          <a:prstGeom prst="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5138928"/>
            <a:ext cx="8769096" cy="87782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＊ 別途費用がかかるもの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サンクスLINE誘導：初期15万円・月額3万円〜　　② 離脱防止ポップアップ：初期1.5万円・月額3万円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 LINE広告（CPF）：広告費が別途かかる　　⑤ 通知メッセージ：初期10万円・月額8万円〜＋通数7円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最初に、このアカウントでできることをお伝えする。</a:t>
            </a:r>
          </a:p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問だけ伺い、条件に合う新着求人をお届けすると約束する。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最初に電話のことを書く理由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知らない番号からの着信を、負担に感じる方は多い。先にお伝えすることで、安心して返信いただける。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F050509-A9EB-2806-F5E0-B1D74FF6C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00" y="1401848"/>
            <a:ext cx="3180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Day2「時給の相場」の軸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57152"/>
            <a:ext cx="7920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求人を探す入口と、応募前の不安を減らすボタンを並べる。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画面はイメージ。ボタン名は運用しながら調整する</a:t>
            </a:r>
          </a:p>
        </p:txBody>
      </p:sp>
      <p:pic>
        <p:nvPicPr>
          <p:cNvPr id="27" name="Picture 26" descr="haken_richmenu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625" y="1287533"/>
            <a:ext cx="2844770" cy="4572000"/>
          </a:xfrm>
          <a:prstGeom prst="rect">
            <a:avLst/>
          </a:prstGeom>
        </p:spPr>
      </p:pic>
      <p:cxnSp>
        <p:nvCxnSpPr>
          <p:cNvPr id="28" name="Connector 27"/>
          <p:cNvCxnSpPr>
            <a:cxnSpLocks/>
          </p:cNvCxnSpPr>
          <p:nvPr/>
        </p:nvCxnSpPr>
        <p:spPr>
          <a:xfrm>
            <a:off x="3611702" y="3986136"/>
            <a:ext cx="507028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40131" y="3643599"/>
            <a:ext cx="2029011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探す・進む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条件に合う求人を探し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応募・登録はサイトで行う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 flipV="1">
            <a:off x="3611702" y="4842946"/>
            <a:ext cx="507028" cy="1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8730" y="4500410"/>
            <a:ext cx="1937847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不安を減らす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職場や働き方の疑問に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応募の前にお答えする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D0CBE-306A-322A-82C9-550529049B96}"/>
              </a:ext>
            </a:extLst>
          </p:cNvPr>
          <p:cNvSpPr txBox="1"/>
          <p:nvPr/>
        </p:nvSpPr>
        <p:spPr>
          <a:xfrm>
            <a:off x="6169142" y="1873884"/>
            <a:ext cx="384942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探す・進む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仕事情報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⇒条件に合う求人を探す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（応募はサイトで行う）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マイページ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⇒希望条件や応募状況を確認する</a:t>
            </a:r>
          </a:p>
          <a:p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登録・来社予約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⇒登録の手続き・来社の予約に進む</a:t>
            </a:r>
          </a:p>
          <a:p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不安を減らす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⇒仕事内容・給与・職場見学の疑問に答える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社員インタビュー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⇒実際に働く方の声で職場を知る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⇒電話以外に、</a:t>
            </a:r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でも相談できる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そのため、最初の14日間のステップ配信を先に整える。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［第4章］配信設計｜14日ステップの全体像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配信は、反応が高い友だち追加後の14日間で組む。求人をお届けするのはDay0とDay14だけ。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相場 → 続けられるか」の順に、疑問に答える。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相場を示す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希望エリア・職種の時給の相場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+2日「派遣 時給 相場」（仮説）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相談先を伝える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合わなかったときの相談窓口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「派遣 契約期間内 辞める」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Day6は求人をお届けしない回にし、Day14の新着を開いていただきやすくする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Day0は5問の回答直後に、条件に合う求人を3件だけお届けする。Day6は求人をお届けしない。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「合わなかったら相談できる」と先に伝えることで、信頼につなげる。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Day6｜求人はお届けしない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「合わなかったときの相談先」だけを伝える。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前後検索でも「契約期間内 辞める」が調べられている。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Day14の新着を開いていただくきっかけにする。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0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Day14・契約満了前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Day14｜条件を変えられることを伝える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804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77827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1358536" y="579155"/>
            <a:ext cx="7419703" cy="76165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141743</TotalTime>
  <Words>4225</Words>
  <Application>Microsoft Office PowerPoint</Application>
  <PresentationFormat>A4 210 x 297 mm</PresentationFormat>
  <Paragraphs>776</Paragraphs>
  <Slides>33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33</vt:i4>
      </vt:variant>
    </vt:vector>
  </HeadingPairs>
  <TitlesOfParts>
    <vt:vector size="4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1929</cp:revision>
  <cp:lastPrinted>2022-11-01T11:38:14Z</cp:lastPrinted>
  <dcterms:created xsi:type="dcterms:W3CDTF">2015-09-04T09:21:15Z</dcterms:created>
  <dcterms:modified xsi:type="dcterms:W3CDTF">2026-10-21T09:43:01Z</dcterms:modified>
</cp:coreProperties>
</file>