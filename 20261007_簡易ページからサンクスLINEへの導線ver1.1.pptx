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1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256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ハードルの低いCVからLINEにつなぎ、最終成果へ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低ハードルのCVで接点をつくり、LINEで最終成果まで引き上げる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592000"/>
            <a:ext cx="1193286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592000"/>
            <a:ext cx="86928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859286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1286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</a:p>
        </p:txBody>
      </p:sp>
      <p:sp>
        <p:nvSpPr>
          <p:cNvPr id="10" name="Chevron 9"/>
          <p:cNvSpPr/>
          <p:nvPr/>
        </p:nvSpPr>
        <p:spPr>
          <a:xfrm>
            <a:off x="3244783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6783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0279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279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6015776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776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7401272" y="2592000"/>
            <a:ext cx="1949034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272" y="2592000"/>
            <a:ext cx="1481034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9224307" y="2592000"/>
            <a:ext cx="2187692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6307" y="2592000"/>
            <a:ext cx="1719692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最終成果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2160000"/>
            <a:ext cx="3910279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1890000"/>
            <a:ext cx="28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0279" y="2160000"/>
            <a:ext cx="6691720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0279" y="1890000"/>
            <a:ext cx="28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11279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697034" y="3996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7034" y="4302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7034" y="4608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7790" y="3996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7790" y="4302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7790" y="4608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7790" y="4913999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" y="5616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簡易ページの作成から、サンクスLINE誘導・ナーチャリングまで一連で設計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143329</TotalTime>
  <Words>372</Words>
  <Application>Microsoft Office PowerPoint</Application>
  <PresentationFormat>ワイド画面</PresentationFormat>
  <Paragraphs>123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1971</cp:revision>
  <cp:lastPrinted>2022-11-01T11:38:14Z</cp:lastPrinted>
  <dcterms:created xsi:type="dcterms:W3CDTF">2015-09-04T09:21:15Z</dcterms:created>
  <dcterms:modified xsi:type="dcterms:W3CDTF">2026-10-07T05:50:14Z</dcterms:modified>
</cp:coreProperties>
</file>