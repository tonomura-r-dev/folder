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3041" r:id="rId6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256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6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119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76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474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12192119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9880719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ハードルの低いCVからLINEにつなぎ、最終成果へ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低ハードルのCVで接点をつくり、LINEで最終成果まで引き上げる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2592000"/>
            <a:ext cx="1193286" cy="1188000"/>
          </a:xfrm>
          <a:prstGeom prst="homePlate">
            <a:avLst>
              <a:gd name="adj" fmla="val 22000"/>
            </a:avLst>
          </a:prstGeom>
          <a:solidFill>
            <a:srgbClr val="FE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2592000"/>
            <a:ext cx="869286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Chevron 7"/>
          <p:cNvSpPr/>
          <p:nvPr/>
        </p:nvSpPr>
        <p:spPr>
          <a:xfrm>
            <a:off x="1859286" y="2592000"/>
            <a:ext cx="1511496" cy="1188000"/>
          </a:xfrm>
          <a:prstGeom prst="chevron">
            <a:avLst>
              <a:gd name="adj" fmla="val 22000"/>
            </a:avLst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11286" y="2592000"/>
            <a:ext cx="1043496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簡易ページ</a:t>
            </a:r>
          </a:p>
        </p:txBody>
      </p:sp>
      <p:sp>
        <p:nvSpPr>
          <p:cNvPr id="10" name="Chevron 9"/>
          <p:cNvSpPr/>
          <p:nvPr/>
        </p:nvSpPr>
        <p:spPr>
          <a:xfrm>
            <a:off x="3244783" y="2592000"/>
            <a:ext cx="1511496" cy="1188000"/>
          </a:xfrm>
          <a:prstGeom prst="chevron">
            <a:avLst>
              <a:gd name="adj" fmla="val 22000"/>
            </a:avLst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6783" y="2592000"/>
            <a:ext cx="1043496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ハードルの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低いCV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0279" y="2592000"/>
            <a:ext cx="1511496" cy="1188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279" y="2592000"/>
            <a:ext cx="1043496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14" name="Chevron 13"/>
          <p:cNvSpPr/>
          <p:nvPr/>
        </p:nvSpPr>
        <p:spPr>
          <a:xfrm>
            <a:off x="6015776" y="2592000"/>
            <a:ext cx="1511496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7776" y="2592000"/>
            <a:ext cx="1043496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16" name="Chevron 15"/>
          <p:cNvSpPr/>
          <p:nvPr/>
        </p:nvSpPr>
        <p:spPr>
          <a:xfrm>
            <a:off x="7401272" y="2592000"/>
            <a:ext cx="1949034" cy="1188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272" y="2592000"/>
            <a:ext cx="1481034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ナーチャリング</a:t>
            </a:r>
          </a:p>
        </p:txBody>
      </p:sp>
      <p:sp>
        <p:nvSpPr>
          <p:cNvPr id="18" name="Chevron 17"/>
          <p:cNvSpPr/>
          <p:nvPr/>
        </p:nvSpPr>
        <p:spPr>
          <a:xfrm>
            <a:off x="9224307" y="2592000"/>
            <a:ext cx="2187692" cy="1188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6307" y="2592000"/>
            <a:ext cx="1719692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購入・契約などの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最終成果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2160000"/>
            <a:ext cx="3910279" cy="50400"/>
          </a:xfrm>
          <a:prstGeom prst="rect">
            <a:avLst/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1890000"/>
            <a:ext cx="2880000" cy="2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AD・獲得領域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0279" y="2160000"/>
            <a:ext cx="6691720" cy="504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0279" y="1890000"/>
            <a:ext cx="2880000" cy="2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11279" y="1908000"/>
            <a:ext cx="0" cy="3348000"/>
          </a:xfrm>
          <a:prstGeom prst="line">
            <a:avLst/>
          </a:prstGeom>
          <a:ln w="1587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697034" y="3996000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簡易診断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7034" y="4302000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チェックコンテンツ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7034" y="4608000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59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資料DL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7790" y="3996000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情報提供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7790" y="4302000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7790" y="4608000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7790" y="4913999"/>
            <a:ext cx="1728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個別フォロー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000" y="5616000"/>
            <a:ext cx="1062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簡易ページの作成から、サンクスLINE誘導・ナーチャリングまで一連で設計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143329</TotalTime>
  <Words>372</Words>
  <Application>Microsoft Office PowerPoint</Application>
  <PresentationFormat>ワイド画面</PresentationFormat>
  <Paragraphs>123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1971</cp:revision>
  <cp:lastPrinted>2022-11-01T11:38:14Z</cp:lastPrinted>
  <dcterms:created xsi:type="dcterms:W3CDTF">2015-09-04T09:21:15Z</dcterms:created>
  <dcterms:modified xsi:type="dcterms:W3CDTF">2026-10-07T05:50:14Z</dcterms:modified>
</cp:coreProperties>
</file>