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少ない方に広告が重なり、予約1件に15,000円以上かかっている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方針｜LINE広告の予算枠を、全店舗共通で1つ設ける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店舗ごとに積まず、1つの枠でMetaが届いていない方に展示会を案内する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LINE広告の広告費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全店舗の合計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68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88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運用手数料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広告費の20%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52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7200" y="1961999"/>
            <a:ext cx="2546400" cy="827999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12万円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400" y="3056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400" y="3006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店舗ごとに積まない理由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3311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6400" y="3311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LINE広告は1つのアカウントで、展示会を開く全エリアに配信できる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571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571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予約の取れるエリアに、広告費を寄せて調整する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830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830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Metaとは別の媒体。国内の月間利用者数 1億人以上（LINEヤフー公表）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" y="42156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仮に月10万円 → クリック1,000（CPC 100円）→ 予約10件（予約率1.0%）→ 予約1件あたりの広告費 10,000円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400" y="455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0400" y="450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今の予算の中で始める場合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400" y="4845600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銀座店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Meta広告 30万円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60799" y="508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694799" y="4845600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Meta広告 20万円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（出しすぎ分を削る）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5199" y="508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619199" y="4845600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LINE広告 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（削った分を回す）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400" y="53856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出しすぎている店舗だけが対象。店舗ごとの総額は変わらない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運用｜毎月の数字を見て、予約の取れるエリアに寄せる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エリア・訴求ごとの予約数を見て、予約1件あたりの広告費を下げていく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LINE広告を配信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予約数を確認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エリアに寄せる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22499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1961999"/>
            <a:ext cx="1963799" cy="57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訴求・クリエイティブ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を見直す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280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275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毎月お出しするもの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05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05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エリア別・訴求別の予約数と、予約1件あたりの広告費（Metaと並べて比較）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31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次の打ち手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31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予算を寄せるエリア・訴求の見直し案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友だちへの配信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 → 2週間前 → 3日前 → 当日朝 → 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 → 見どころ → リマインド・アクセス → 開催のお知らせ → お礼・次回案内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772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722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02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02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