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9" r:id="rId5"/>
    <p:sldId id="260" r:id="rId6"/>
    <p:sldId id="262" r:id="rId7"/>
    <p:sldId id="258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課題｜同じ方に広告が出すぎている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少ない方に広告が重なり、予約1件に15,000円以上かかっている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24552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24048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現状の数値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2710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フリークエンシー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6400" y="2710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5.24（同じ方が月に5回以上、同じ広告を見ている）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9700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6400" y="29700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15,000円以上（予約1件あたりの広告費）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400" y="34595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00" y="34091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なぜ効率が落ちるのか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400" y="37511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オーディエンスが少ない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60799" y="39941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694799" y="3751199"/>
            <a:ext cx="2654399" cy="4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予算を使い切るため、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同じ方に繰り返し表示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85199" y="3994199"/>
            <a:ext cx="198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619199" y="3751199"/>
            <a:ext cx="2654399" cy="48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予約は増えず、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CPAだけ上がる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400" y="45035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400" y="44531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オーディエンスの少ないエリア（例）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47591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三鷹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47591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10,700〜12,600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5018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5018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上限25,000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0400" y="5277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6400" y="5277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4,400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方針｜LINE広告の予算枠を、全店舗共通で1つ設ける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店舗ごとに積まず、1つの枠でMetaが届いていない方に展示会を案内する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24138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23634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費用（月）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2705399"/>
            <a:ext cx="1882799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LINE広告（通常）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予約を取る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3199" y="2939400"/>
            <a:ext cx="324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77200" y="2705399"/>
            <a:ext cx="1882799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LINE広告（CPF）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見込みの方を友だちに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0000" y="2939400"/>
            <a:ext cx="324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84000" y="2705399"/>
            <a:ext cx="1882799" cy="827999"/>
          </a:xfrm>
          <a:prstGeom prst="rect">
            <a:avLst/>
          </a:prstGeom>
          <a:solidFill>
            <a:srgbClr val="F4F7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運用手数料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6万円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広告費の20%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6800" y="2939400"/>
            <a:ext cx="3240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0800" y="2705399"/>
            <a:ext cx="1882799" cy="827999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合計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36万円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400" y="37998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400" y="37494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店舗ごとに積まない理由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40553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金額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40553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1店舗分のMeta予算と同じ30万円で、全店舗のエリアに配信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43146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43146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LINE広告は1つのアカウントで、展示会を開く全エリアに配信できる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400" y="4573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6400" y="4573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予約の取れるエリアに、広告費を寄せて調整する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400" y="48330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6400" y="48330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Metaとは別の媒体。国内の月間利用者数 1億人以上（LINEヤフー公表）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400" y="5218199"/>
            <a:ext cx="8629200" cy="36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仮に通常20万円 → クリック2,000（CPC 100円）→ 予約20件（予約率1.0%）→ 予約1件あたりの広告費 10,000円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仮にCPF10万円 → 友だち500人（1人200円）→ ブロックを除いて約250人が残り、展示会のたびに案内できる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運用｜毎月の数字を見て、予約の取れるエリアに寄せる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エリア・訴求ごとの予約数を見て、予約1件あたりの広告費を下げていく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3042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2991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毎月の流れ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33335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LINE広告を配信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0199" y="36215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950199" y="33335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エリア・訴求ごとの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予約数を確認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9999" y="36215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9999" y="3333599"/>
            <a:ext cx="19637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予約の取れる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エリアに寄せる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29800" y="3621599"/>
            <a:ext cx="143999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09799" y="3333599"/>
            <a:ext cx="1963799" cy="576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訴求・クリエイティブ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を見直す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400" y="41759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400" y="41255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毎月お出しするもの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0400" y="4431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レポート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400" y="4431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エリア別・訴求別の予約数と、予約1件あたりの広告費（Metaと並べて比較）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400" y="46907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次の打ち手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6400" y="46907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予算を寄せるエリア・訴求の見直し案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LINEの友だち｜見込みの方と申し込んだ方をLINEで追う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2つの入口から友だちを増やし、展示会の案内から来場まで追う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2547000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24966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入口① CPF｜まだ申し込んでいない方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770400" y="2838599"/>
            <a:ext cx="1963799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LINE広告（CPF）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0199" y="31085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950199" y="2838599"/>
            <a:ext cx="1963799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49999" y="31085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29999" y="2838599"/>
            <a:ext cx="1963799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展示会ごとに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エリア別の開催案内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29800" y="3108599"/>
            <a:ext cx="143999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09799" y="2838599"/>
            <a:ext cx="1963799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400" y="36089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0400" y="35585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入口② サンクスLINE｜申し込んだ方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0400" y="3900599"/>
            <a:ext cx="1963799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申込完了画面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70199" y="41705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950199" y="3900599"/>
            <a:ext cx="1963799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49999" y="4170599"/>
            <a:ext cx="1440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129999" y="3900599"/>
            <a:ext cx="1963799" cy="5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前日・当日の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29800" y="4170599"/>
            <a:ext cx="143999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309799" y="3900599"/>
            <a:ext cx="1963799" cy="540000"/>
          </a:xfrm>
          <a:prstGeom prst="rect">
            <a:avLst/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400" y="4670999"/>
            <a:ext cx="540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0400" y="4620599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実績・費用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0400" y="4926599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6400" y="4926599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弊社運用の美容クリニックで、予約後の来院率 40〜50%改善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0400" y="5185800"/>
            <a:ext cx="16559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6400" y="5185800"/>
            <a:ext cx="6847199" cy="2592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CPFは2枚目の枠に含む／サンクスLINEは初期15万円・月額3万円〜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