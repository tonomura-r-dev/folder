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少ない方に広告が重なり、予約1件に15,000円以上かかっている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492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492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方針｜LINE広告の予算枠を、全店舗共通で1つ設ける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店舗ごとに積まず、1つの枠でMetaが届いていない方に展示会を案内する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LINE広告の広告費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全店舗の合計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68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8800" y="1961999"/>
            <a:ext cx="2546400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運用手数料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広告費の20%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5200" y="2196000"/>
            <a:ext cx="432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7200" y="1961999"/>
            <a:ext cx="2546400" cy="827999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合計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12万円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400" y="3056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400" y="3006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店舗ごとに積まない理由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3311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6400" y="3311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LINE広告は1つのアカウントで、展示会を開く全エリアに配信できる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571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571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予約の取れるエリアに、広告費を寄せて調整する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830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830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Metaとは別の媒体。国内の月間利用者数 1億人以上（LINEヤフー公表）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400" y="42156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仮に月10万円 → クリック1,000（CPC 100円）→ 予約10件（予約率1.0%）→ 予約1件あたりの広告費 10,000円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進め方｜2か月試して、続けるかを決める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判断の基準を先に決め、効果が見えた分だけ広げる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1〜2か月目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LINE広告を配信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01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501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予約1件あたりの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広告費を確認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9999" y="2249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9999" y="19619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Metaと比べて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続けるかを判断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29800" y="22499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09799" y="1961999"/>
            <a:ext cx="1963799" cy="57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効果が見えた分だけ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予算を広げる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280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275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判断の基準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305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続ける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305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予約1件あたりの広告費が、Meta（15,000円）を下回る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31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31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下回らない場合は、配信エリア・訴求を見直すか、配信を止める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400" y="380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400" y="375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毎月お出しするもの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06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レポート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06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エリア別の予約数・予約1件あたりの広告費・Metaとの比較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32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次の打ち手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32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予算を寄せるエリア・訴求の見直し案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申込フォーム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424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808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192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65759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68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717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友だちへの配信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023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023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 → 2週間前 → 3日前 → 当日朝 → 終了後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83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83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 → 見どころ → リマインド・アクセス → 開催のお知らせ → お礼・次回案内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400" y="3772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400" y="3722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02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02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428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428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