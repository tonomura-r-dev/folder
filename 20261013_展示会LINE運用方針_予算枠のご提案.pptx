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少ない方に広告が重なり、予約1件に15,000円以上かかっている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現状の数値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5.24（同じ方が月に5回以上、同じ広告を見ている）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15,000円以上（予約1件あたりの広告費）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なぜ効率が落ちるのか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オーディエンスが少ない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予算を使い切るため、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同じ方に繰り返し表示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予約は増えず、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CPAだけ上がる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オーディエンスの少ないエリア（例）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23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23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492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492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方針｜LINE広告の予算枠を、全店舗共通で1つ設ける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店舗ごとに積まず、1つの枠でMetaが届いていない方に展示会を案内する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費用（月）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LINE広告の広告費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全店舗の合計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68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88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運用手数料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広告費の20%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52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7200" y="1961999"/>
            <a:ext cx="2546400" cy="827999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合計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12万円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400" y="3056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400" y="3006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店舗ごとに積まない理由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3311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6400" y="3311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LINE広告は1つのアカウントで、展示会を開く全エリアに配信できる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571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571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予約の取れるエリアに、広告費を寄せて調整する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830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830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Metaとは別の媒体。国内の月間利用者数 1億人以上（LINEヤフー公表）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400" y="42156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仮に月10万円 → クリック1,000（CPC 100円）→ 予約10件（予約率1.0%）→ 予約1件あたりの広告費 10,000円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運用｜毎月の数字を見て、予約の取れるエリアに寄せる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エリア・訴求ごとの予約数を見て、予約1件あたりの広告費を下げていく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LINE広告を配信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01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9501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予約数を確認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99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99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エリアに寄せる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29800" y="2249999"/>
            <a:ext cx="143999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09799" y="1961999"/>
            <a:ext cx="1963799" cy="57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訴求・クリエイティブ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を見直す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400" y="280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400" y="275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毎月お出しするもの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05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レポート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05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エリア別・訴求別の予約数と、予約1件あたりの広告費（Metaと並べて比較）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31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次の打ち手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31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予算を寄せるエリア・訴求の見直し案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サンクスLINE｜申し込んだ方を来場まで追う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申込完了画面からLINEへ案内し、前日・当日のお知らせで来場につなげる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申込フォーム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424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808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192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65759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68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717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友だちへの配信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023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023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 → 2週間前 → 3日前 → 当日朝 → 終了後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83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83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概要・予約 → 見どころ → リマインド・アクセス → 開催のお知らせ → お礼・次回案内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400" y="3772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400" y="3722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実績・費用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02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02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弊社運用の美容クリニックで、予約後の来院率 40〜50%改善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428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428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初期15万円・月額3万円〜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