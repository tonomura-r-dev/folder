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8"/>
  </p:notesMasterIdLst>
  <p:handoutMasterIdLst>
    <p:handoutMasterId r:id="rId9"/>
  </p:handoutMasterIdLst>
  <p:sldIdLst>
    <p:sldId id="2971" r:id="rId3"/>
    <p:sldId id="2972" r:id="rId4"/>
    <p:sldId id="2904" r:id="rId5"/>
    <p:sldId id="2987" r:id="rId7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7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BDD3-88EE-99A9-AEE2-C1F41DDA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50017B6-5C78-4075-2708-AC5DB83D5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CFD86C-83D9-B8F9-9012-A14834B2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F5ACB-1F4C-FA7D-D366-8DCBB1214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33521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LINEは、申込みの「後」につながる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17379"/>
            <a:ext cx="9036000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ja-JP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で、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来店・成約・リピート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まで追う</a:t>
            </a:r>
            <a:endParaRPr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2323800"/>
            <a:ext cx="1872000" cy="1080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12000" y="2701801"/>
            <a:ext cx="324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844000" y="2323800"/>
            <a:ext cx="1872000" cy="1080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申込み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資料請求・予約・購入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24000" y="2701801"/>
            <a:ext cx="324000" cy="324000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7236000" y="2701801"/>
            <a:ext cx="324000" cy="324000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2000" y="4212001"/>
            <a:ext cx="9043200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申込みの「後」の追い方を変えれば、同じ広告費のまま成果が増える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6000" y="2323800"/>
            <a:ext cx="1872000" cy="1080000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リマインド・配信</a:t>
            </a:r>
          </a:p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1対1のトーク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68000" y="2323800"/>
            <a:ext cx="1807199" cy="1080000"/>
          </a:xfrm>
          <a:prstGeom prst="roundRect">
            <a:avLst>
              <a:gd name="adj" fmla="val 10000"/>
            </a:avLst>
          </a:prstGeom>
          <a:solidFill>
            <a:srgbClr val="E8F8EE"/>
          </a:solidFill>
          <a:ln w="1905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来店・成約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リピート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000" y="3529800"/>
            <a:ext cx="4284000" cy="306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広告で追えるところ：申込みまで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56000" y="3529800"/>
            <a:ext cx="4219200" cy="306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LINEで追えるところ：来店・成約・リピートまで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サンクスLINE｜申込みの直後に、LINEでつながる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57334"/>
            <a:ext cx="9036000" cy="665331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申込みの完了画面から、そのままLINEへ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  <a:endParaRPr lang="en-US"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関心が一番高いタイミング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＝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友だちに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なりやすい</a:t>
            </a:r>
            <a:endParaRPr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25600" y="2052000"/>
            <a:ext cx="1584000" cy="1368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フォーム入力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81600" y="2556000"/>
            <a:ext cx="288000" cy="360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541600" y="2052000"/>
            <a:ext cx="1872000" cy="1368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申込み完了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購入・予約・資料請求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485600" y="2556000"/>
            <a:ext cx="288000" cy="360000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845600" y="2052000"/>
            <a:ext cx="1440000" cy="1368000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600" b="0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ツールで</a:t>
            </a:r>
            <a:endParaRPr sz="1200" b="0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20000"/>
              </a:lnSpc>
            </a:pPr>
            <a:r>
              <a:rPr sz="1600" b="0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LINEへ</a:t>
            </a:r>
            <a:endParaRPr sz="1200" b="0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6357600" y="2556000"/>
            <a:ext cx="288000" cy="360000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717600" y="2052000"/>
            <a:ext cx="2663999" cy="647999"/>
          </a:xfrm>
          <a:prstGeom prst="roundRect">
            <a:avLst>
              <a:gd name="adj" fmla="val 10000"/>
            </a:avLst>
          </a:prstGeom>
          <a:solidFill>
            <a:srgbClr val="E8F8EE"/>
          </a:solidFill>
          <a:ln w="127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はじめての方 → 友だち追加へ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17600" y="2772000"/>
            <a:ext cx="2663999" cy="647999"/>
          </a:xfrm>
          <a:prstGeom prst="roundRect">
            <a:avLst>
              <a:gd name="adj" fmla="val 10000"/>
            </a:avLst>
          </a:prstGeom>
          <a:solidFill>
            <a:srgbClr val="E8F8EE"/>
          </a:solidFill>
          <a:ln w="127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友だちの方 → トーク画面へ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600" y="3744000"/>
            <a:ext cx="2904000" cy="201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6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関心が一番高い直後に案内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申込みの直後なので、友だちにな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りやすい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501600" y="3744000"/>
            <a:ext cx="2904000" cy="201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6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友だち集めの広告費ゼロ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今の広告で集めた申込みを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そのままLINE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で当日まで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77600" y="3744000"/>
            <a:ext cx="2904000" cy="201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6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入力内容をそのまま活用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トークに反映し、配信の出し分けにも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有効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実績｜LINEで追うと、予約・来店が伸びる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17379"/>
            <a:ext cx="9036000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弊社の運用実績と、LINEヤフー公式の導入事例</a:t>
            </a:r>
            <a:endParaRPr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8"/>
          <p:cNvSpPr/>
          <p:nvPr/>
        </p:nvSpPr>
        <p:spPr>
          <a:xfrm>
            <a:off x="525600" y="1710000"/>
            <a:ext cx="2854800" cy="306000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弊社実績</a:t>
            </a:r>
          </a:p>
        </p:txBody>
      </p:sp>
      <p:sp>
        <p:nvSpPr>
          <p:cNvPr id="7" name="Rounded Rectangle 4"/>
          <p:cNvSpPr/>
          <p:nvPr/>
        </p:nvSpPr>
        <p:spPr>
          <a:xfrm>
            <a:off x="525600" y="2070000"/>
            <a:ext cx="2854800" cy="41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美容クリニック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525600" y="2538000"/>
            <a:ext cx="2854800" cy="936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予約の完了画面から</a:t>
            </a:r>
          </a:p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LINEへ誘導（サンクスLINE）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600" y="3528000"/>
            <a:ext cx="2854800" cy="1044000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予約後の来院率</a:t>
            </a:r>
          </a:p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40〜50%改善</a:t>
            </a:r>
          </a:p>
        </p:txBody>
      </p:sp>
      <p:sp>
        <p:nvSpPr>
          <p:cNvPr id="10" name="Rounded Rectangle 6"/>
          <p:cNvSpPr/>
          <p:nvPr/>
        </p:nvSpPr>
        <p:spPr>
          <a:xfrm>
            <a:off x="3524399" y="1710000"/>
            <a:ext cx="2854800" cy="306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LINEヤフー公式事例</a:t>
            </a:r>
          </a:p>
        </p:txBody>
      </p:sp>
      <p:sp>
        <p:nvSpPr>
          <p:cNvPr id="11" name="Rounded Rectangle 4"/>
          <p:cNvSpPr/>
          <p:nvPr/>
        </p:nvSpPr>
        <p:spPr>
          <a:xfrm>
            <a:off x="3524399" y="2070000"/>
            <a:ext cx="2854800" cy="41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皮膚科クリニック</a:t>
            </a:r>
          </a:p>
        </p:txBody>
      </p:sp>
      <p:sp>
        <p:nvSpPr>
          <p:cNvPr id="12" name="Rounded Rectangle 6"/>
          <p:cNvSpPr/>
          <p:nvPr/>
        </p:nvSpPr>
        <p:spPr>
          <a:xfrm>
            <a:off x="3524399" y="2538000"/>
            <a:ext cx="2854800" cy="936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友だち追加後に、</a:t>
            </a:r>
          </a:p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ステップ配信で予約を案内</a:t>
            </a:r>
          </a:p>
        </p:txBody>
      </p:sp>
      <p:sp>
        <p:nvSpPr>
          <p:cNvPr id="13" name="Rounded Rectangle 8"/>
          <p:cNvSpPr/>
          <p:nvPr/>
        </p:nvSpPr>
        <p:spPr>
          <a:xfrm>
            <a:off x="3524399" y="3528000"/>
            <a:ext cx="2854800" cy="1044000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ステップ配信の実施前と比べて</a:t>
            </a:r>
          </a:p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予約数 約120%</a:t>
            </a:r>
          </a:p>
        </p:txBody>
      </p:sp>
      <p:sp>
        <p:nvSpPr>
          <p:cNvPr id="14" name="Rounded Rectangle 6"/>
          <p:cNvSpPr/>
          <p:nvPr/>
        </p:nvSpPr>
        <p:spPr>
          <a:xfrm>
            <a:off x="6523200" y="1710000"/>
            <a:ext cx="2854800" cy="306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LINEヤフー公式事例</a:t>
            </a:r>
          </a:p>
        </p:txBody>
      </p:sp>
      <p:sp>
        <p:nvSpPr>
          <p:cNvPr id="15" name="Rounded Rectangle 4"/>
          <p:cNvSpPr/>
          <p:nvPr/>
        </p:nvSpPr>
        <p:spPr>
          <a:xfrm>
            <a:off x="6523200" y="2070000"/>
            <a:ext cx="2854800" cy="41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寿司居酒屋（全国73店舗）</a:t>
            </a:r>
          </a:p>
        </p:txBody>
      </p:sp>
      <p:sp>
        <p:nvSpPr>
          <p:cNvPr id="16" name="Rounded Rectangle 6"/>
          <p:cNvSpPr/>
          <p:nvPr/>
        </p:nvSpPr>
        <p:spPr>
          <a:xfrm>
            <a:off x="6523200" y="2538000"/>
            <a:ext cx="2854800" cy="936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「LINEで予約」と</a:t>
            </a:r>
          </a:p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来店を促すメッセージ配信</a:t>
            </a:r>
          </a:p>
        </p:txBody>
      </p:sp>
      <p:sp>
        <p:nvSpPr>
          <p:cNvPr id="17" name="Rounded Rectangle 8"/>
          <p:cNvSpPr/>
          <p:nvPr/>
        </p:nvSpPr>
        <p:spPr>
          <a:xfrm>
            <a:off x="6523200" y="3528000"/>
            <a:ext cx="2854800" cy="1044000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「LINEで予約」経由・1年で</a:t>
            </a:r>
          </a:p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予約数 約6倍</a:t>
            </a:r>
          </a:p>
        </p:txBody>
      </p:sp>
      <p:sp>
        <p:nvSpPr>
          <p:cNvPr id="18" name="Rounded Rectangle 4"/>
          <p:cNvSpPr/>
          <p:nvPr/>
        </p:nvSpPr>
        <p:spPr>
          <a:xfrm>
            <a:off x="525600" y="4788000"/>
            <a:ext cx="8852400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申込みの直後にLINEでつながり、配信で予約・来店へつなげる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25600" y="5400000"/>
            <a:ext cx="8852400" cy="28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導入事例（アクネクリニック／鮨 酒 肴 杉玉）</a:t>
            </a:r>
          </a:p>
        </p:txBody>
      </p:sp>
    </p:spTree>
    <p:extLst>
      <p:ext uri="{BB962C8B-B14F-4D97-AF65-F5344CB8AC3E}">
        <p14:creationId xmlns:p14="http://schemas.microsoft.com/office/powerpoint/2010/main" val="3939997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95DA1-C4AC-9E84-EE81-C643FC32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進め方｜広告のご提案と、あわせて開始可能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17379"/>
            <a:ext cx="9036000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お持ちのLINE公式アカウントに、完了画面からの導線を足すだけ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74592" y="2017801"/>
            <a:ext cx="760320" cy="864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9952" y="2017801"/>
            <a:ext cx="7102656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具体的なご提案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LINEへの動線・配信の内容・成果のシミュレーション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4592" y="3097801"/>
            <a:ext cx="760320" cy="864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9952" y="3097801"/>
            <a:ext cx="7102656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広告と同時に開始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完了画面にLINEへの案内を設置し、配信をスタート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46880" y="4285801"/>
            <a:ext cx="2059200" cy="46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初期 15万円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01120" y="4285801"/>
            <a:ext cx="2059200" cy="46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月額 5万円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4592" y="4789800"/>
            <a:ext cx="7958016" cy="251999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※APIツール（Lステップ等）と併用可／完了画面を増やす場合は追加費用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4592" y="5149801"/>
            <a:ext cx="7958016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4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まずは、広告のご提案とあわせて、LINEへの導線設計をご提案</a:t>
            </a:r>
            <a:r>
              <a:rPr lang="ja-JP" altLang="en-US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/>
            </a:r>
            <a:r>
              <a:rPr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/>
            </a:r>
            <a:r>
              <a:rPr lang="ja-JP" altLang="en-US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/>
            </a:r>
            <a:r>
              <a:rPr sz="14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/>
            </a:r>
            <a:endParaRPr sz="14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1985544786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143216</TotalTime>
  <Words>319</Words>
  <Application>Microsoft Office PowerPoint</Application>
  <PresentationFormat>A4 210 x 297 mm</PresentationFormat>
  <Paragraphs>80</Paragraphs>
  <Slides>5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1963</cp:revision>
  <cp:lastPrinted>2022-11-01T11:38:14Z</cp:lastPrinted>
  <dcterms:created xsi:type="dcterms:W3CDTF">2015-09-04T09:21:15Z</dcterms:created>
  <dcterms:modified xsi:type="dcterms:W3CDTF">2026-09-30T08:47:37Z</dcterms:modified>
</cp:coreProperties>
</file>