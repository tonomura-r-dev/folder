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39"/>
  </p:notesMasterIdLst>
  <p:handoutMasterIdLst>
    <p:handoutMasterId r:id="rId40"/>
  </p:handoutMasterIdLst>
  <p:sldIdLst>
    <p:sldId id="2935" r:id="rId4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173559"/>
    <a:srgbClr val="04FA0A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534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" Type="http://schemas.openxmlformats.org/officeDocument/2006/relationships/slide" Target="slides/slide2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E855B-5535-79F7-D3A0-C0A506787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C6FB8FB-0888-2275-ABE8-A13FDAA10E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D71EA6C-9577-A559-064D-4DE5700FB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1C4F904-4503-6BD1-FC32-6AA038134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4210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579F4-FB71-CB84-349D-670C2D29F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5C1533E1-7172-D6F9-4659-AAF59CE221F1}"/>
              </a:ext>
            </a:extLst>
          </p:cNvPr>
          <p:cNvCxnSpPr>
            <a:cxnSpLocks/>
          </p:cNvCxnSpPr>
          <p:nvPr/>
        </p:nvCxnSpPr>
        <p:spPr>
          <a:xfrm>
            <a:off x="0" y="1390675"/>
            <a:ext cx="9906000" cy="0"/>
          </a:xfrm>
          <a:prstGeom prst="line">
            <a:avLst/>
          </a:prstGeom>
          <a:ln w="19050">
            <a:solidFill>
              <a:schemeClr val="bg1">
                <a:lumMod val="85000"/>
                <a:alpha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18872"/>
            <a:ext cx="7406640" cy="36576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LINE料金改定へのご対応について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566928"/>
            <a:ext cx="9162288" cy="768096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一斉配信のままでは、10月の料金改定で配信コストが増大します。</a:t>
            </a:r>
          </a:p>
          <a:p>
            <a:pPr algn="ctr"/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セグメント配信への移行と特別プランの適用で最適化し、</a:t>
            </a:r>
            <a:r>
              <a:rPr sz="140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11月から</a:t>
            </a:r>
            <a:r>
              <a:rPr sz="14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ご提供いたします。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83080"/>
            <a:ext cx="2041398" cy="23042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2041398" cy="475488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1</a:t>
            </a: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0008"/>
            <a:ext cx="1858517" cy="38404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10月に料金改定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788920"/>
            <a:ext cx="1821942" cy="78638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LINEヤフー社の追加メッセージ単価が改定されます。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11880"/>
            <a:ext cx="1821942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950" b="1">
                <a:solidFill>
                  <a:srgbClr val="808080"/>
                </a:solidFill>
                <a:latin typeface="メイリオ"/>
                <a:ea typeface="メイリオ"/>
                <a:cs typeface="メイリオ"/>
              </a:rPr>
              <a:t>▶ 20万通超は一律 2.5円/通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35174" y="2798064"/>
            <a:ext cx="201168" cy="27432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72918" y="1783080"/>
            <a:ext cx="2041398" cy="23042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2918" y="1783080"/>
            <a:ext cx="2041398" cy="47548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2</a:t>
            </a: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リスク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64358" y="2350008"/>
            <a:ext cx="1858517" cy="38404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コストが増大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2646" y="2788920"/>
            <a:ext cx="1821942" cy="78638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一斉配信のままでは、配信コストが大きく膨らみます。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2646" y="3611880"/>
            <a:ext cx="1821942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950" b="1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▶ 大量配信の割引が縮小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50892" y="2798064"/>
            <a:ext cx="201168" cy="27432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8636" y="1783080"/>
            <a:ext cx="2041398" cy="2304288"/>
          </a:xfrm>
          <a:prstGeom prst="rect">
            <a:avLst/>
          </a:prstGeom>
          <a:solidFill>
            <a:srgbClr val="F4F7FF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8636" y="1783080"/>
            <a:ext cx="2041398" cy="47548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3</a:t>
            </a: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解決策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80075" y="2350008"/>
            <a:ext cx="1858517" cy="38404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配信を最適化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8364" y="2788920"/>
            <a:ext cx="1821942" cy="78638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セグメント配信へ移行し、弊社の特別プランを適用します。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98364" y="3611880"/>
            <a:ext cx="1821942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950" b="1">
                <a:solidFill>
                  <a:srgbClr val="1565C0"/>
                </a:solidFill>
                <a:latin typeface="メイリオ"/>
                <a:ea typeface="メイリオ"/>
                <a:cs typeface="メイリオ"/>
              </a:rPr>
              <a:t>▶ ムダな配信を削減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166609" y="2798064"/>
            <a:ext cx="201168" cy="27432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4354" y="1783080"/>
            <a:ext cx="2041398" cy="2304288"/>
          </a:xfrm>
          <a:prstGeom prst="rect">
            <a:avLst/>
          </a:prstGeom>
          <a:solidFill>
            <a:srgbClr val="F4F7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4354" y="1783080"/>
            <a:ext cx="2041398" cy="47548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STEP 4</a:t>
            </a:r>
            <a:r>
              <a:rPr sz="9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スケジュール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5794" y="2350008"/>
            <a:ext cx="1858517" cy="384048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ctr"/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11月から適用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4081" y="2788920"/>
            <a:ext cx="1821942" cy="786384"/>
          </a:xfrm>
          <a:prstGeom prst="rect">
            <a:avLst/>
          </a:prstGeom>
          <a:noFill/>
        </p:spPr>
        <p:txBody>
          <a:bodyPr wrap="square" lIns="0" rIns="0" tIns="27432" bIns="27432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適用開始は10月からではなく、11月からとなります。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4081" y="3611880"/>
            <a:ext cx="1821942" cy="310896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/>
            <a:r>
              <a:rPr sz="9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▶ 10月は実績の計測期間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315968"/>
            <a:ext cx="898855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315968"/>
            <a:ext cx="8476488" cy="731520"/>
          </a:xfrm>
          <a:prstGeom prst="rect">
            <a:avLst/>
          </a:prstGeom>
          <a:noFill/>
        </p:spPr>
        <p:txBody>
          <a:bodyPr wrap="square" lIns="0" rIns="0" tIns="27432" bIns="27432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※ </a:t>
            </a:r>
            <a:r>
              <a:rPr sz="115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10月は配信実績データの計測期間とし、その実績と媒体インセンティブを踏まえて、11月に各社様ごとの特別プランを個別調整いたします。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85232"/>
            <a:ext cx="8988552" cy="841248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11月から、各社様に合わせた特別プランでご提供いたします。</a:t>
            </a:r>
          </a:p>
        </p:txBody>
      </p:sp>
    </p:spTree>
    <p:extLst>
      <p:ext uri="{BB962C8B-B14F-4D97-AF65-F5344CB8AC3E}">
        <p14:creationId xmlns:p14="http://schemas.microsoft.com/office/powerpoint/2010/main" val="99384669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141472</TotalTime>
  <Words>5264</Words>
  <Application>Microsoft Office PowerPoint</Application>
  <PresentationFormat>A4 210 x 297 mm</PresentationFormat>
  <Paragraphs>1342</Paragraphs>
  <Slides>36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36</vt:i4>
      </vt:variant>
    </vt:vector>
  </HeadingPairs>
  <TitlesOfParts>
    <vt:vector size="43" baseType="lpstr">
      <vt:lpstr>メイリオ</vt:lpstr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佐村 徳人</cp:lastModifiedBy>
  <cp:revision>1919</cp:revision>
  <cp:lastPrinted>2022-11-01T11:38:14Z</cp:lastPrinted>
  <dcterms:created xsi:type="dcterms:W3CDTF">2015-09-04T09:21:15Z</dcterms:created>
  <dcterms:modified xsi:type="dcterms:W3CDTF">2026-07-21T09:21:02Z</dcterms:modified>
</cp:coreProperties>
</file>