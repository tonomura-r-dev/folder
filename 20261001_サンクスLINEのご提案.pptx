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600" y="5856760"/>
            <a:ext cx="88547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pic>
        <p:nvPicPr>
          <p:cNvPr id="15" name="広告とLINEの役割" descr="thanks_line_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6" name="サンクスLINEの流れ" descr="thanks_lin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226330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5694330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999" y="1620000"/>
            <a:ext cx="6120000" cy="344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