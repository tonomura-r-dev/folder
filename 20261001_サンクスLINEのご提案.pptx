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71" r:id="rId3"/>
    <p:sldId id="2972" r:id="rId4"/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LINEは、申込みの「後」につながる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で、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来店・成約・リピート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まで追う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600" y="5856760"/>
            <a:ext cx="8854799" cy="503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8000" tIns="0" rIns="108000" bIns="0" rtlCol="0" anchor="ctr"/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申込みの「後」の追い方を変えれば、同じ広告費のまま成果が増える</a:t>
            </a:r>
          </a:p>
        </p:txBody>
      </p:sp>
      <p:pic>
        <p:nvPicPr>
          <p:cNvPr id="15" name="広告とLINEの役割" descr="thanks_line_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サンクスLINE｜申込みの直後に、LINEでつながる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657334"/>
            <a:ext cx="9036000" cy="665331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申込みの完了画面から、そのままLINEへ</a:t>
            </a:r>
            <a:r>
              <a:rPr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関心が一番高いタイミング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＝</a:t>
            </a: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友だちに</a:t>
            </a: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なりやすい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関心が一番高い直後に案内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501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友だち集めの広告費ゼロ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477600" y="5838760"/>
            <a:ext cx="2904000" cy="450000"/>
          </a:xfrm>
          <a:prstGeom prst="roundRect">
            <a:avLst>
              <a:gd name="adj" fmla="val 6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0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入力内容をそのまま活用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6" name="サンクスLINEの流れ" descr="thanks_line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2999" y="1494000"/>
            <a:ext cx="7560000" cy="425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636153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6086153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999" y="1494000"/>
            <a:ext cx="7200000" cy="405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