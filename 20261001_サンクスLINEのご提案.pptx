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5600" y="5856760"/>
            <a:ext cx="88547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申込みの「後」の追い方を変えれば、同じ広告費のまま成果が増える</a:t>
            </a:r>
          </a:p>
        </p:txBody>
      </p:sp>
      <p:pic>
        <p:nvPicPr>
          <p:cNvPr id="15" name="広告とLINEの役割" descr="thanks_line_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999" y="1494000"/>
            <a:ext cx="7560000" cy="425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57334"/>
            <a:ext cx="9036000" cy="665331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25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90000" rIns="36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4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申込み直後が、いちばん響く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501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90000" rIns="36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4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広告の申込みを、逃さない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77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90000" rIns="36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4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無断キャンセルを、前日に防ぐ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6" name="サンクスLINEの流れ" descr="thanks_line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999" y="1494000"/>
            <a:ext cx="7560000" cy="425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実績と費用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弊社の運用実績と、LINEヤフー公式の導入事例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4"/>
          <p:cNvSpPr/>
          <p:nvPr/>
        </p:nvSpPr>
        <p:spPr>
          <a:xfrm>
            <a:off x="525600" y="5226330"/>
            <a:ext cx="88524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広告のご提案とあわせて、LINEへの導線設計からご提案可能</a:t>
            </a:r>
          </a:p>
        </p:txBody>
      </p:sp>
      <p:sp>
        <p:nvSpPr>
          <p:cNvPr id="23" name="TextBox 19"/>
          <p:cNvSpPr txBox="1"/>
          <p:nvPr/>
        </p:nvSpPr>
        <p:spPr>
          <a:xfrm>
            <a:off x="525600" y="5694330"/>
            <a:ext cx="8852400" cy="28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導入事例（保険見直し本舗／琴平バス／アクネクリニック／UZUZ／サンマルクカフェ）</a:t>
            </a:r>
          </a:p>
        </p:txBody>
      </p:sp>
      <p:pic>
        <p:nvPicPr>
          <p:cNvPr id="24" name="実績と費用" descr="thanks_line_jisse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999" y="1620000"/>
            <a:ext cx="6120000" cy="3444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