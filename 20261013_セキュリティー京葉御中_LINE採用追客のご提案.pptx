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警備を含む保安職業の求人倍率は6.41倍。集めた応募者を、選考の途中で手放さない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 6.41倍（職業全体は 1.10倍）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203199"/>
            <a:ext cx="8629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400" y="2559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400" y="2509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400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629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9501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427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99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22599" y="30941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09799" y="2851199"/>
            <a:ext cx="19637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400" y="3603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0400" y="35531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外れた方について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385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共通点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6400" y="385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一度は応募している＝警備の仕事に関心がある方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400" y="4118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いまの対応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6400" y="4118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電話・メールでの再連絡は手間がかかり、続けにくい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方針｜外れた方に通知メッセージで届け、追い続ける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面接に来なかった方・辞退した方に、通知メッセージでLINEを届け、ステップ配信で追う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LINEに届く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声をかけ続ける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再応募・面接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届け方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通知メッセージ：友だちでなくても、応募時の電話番号宛てにLINEで届く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配信は自動。担当者が1人ずつ連絡しなくてよい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4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4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中途・アルバイトで働ける方を、タイミングが合ったときに採用につなげる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ステップ配信｜働き方を少しずつ届ける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給与・働き方・現場の様子を順番に届け、もう一度応募したくなる状態をつくる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2400" y="1925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お礼・働き方の紹介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399" y="1925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1852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400" y="21852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399" y="21852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4443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1週間後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2400" y="24443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働く方の声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399" y="24443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「平均年齢64歳。84歳の方も活躍しています」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27036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2400" y="27036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短期・スポット勤務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399" y="27036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「年末年始だけ、などのスポット勤務もあります」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29628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2400" y="29628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現場・面接のご案内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399" y="29628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「柏・松戸・熊谷で現場があります。面接日はこちら」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221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 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2400" y="3221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募集のお知らせ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399" y="3221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「今月の募集をお知らせします」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400" y="3711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0400" y="3661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ガソリン代・駐車場代の全額支給／空調服・ネッククーラー支給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400" y="4226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6400" y="4226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資格取得の支援／月15日以上の勤務で社会保険に加入可能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Lステップ｜外れた理由ごとに追い分ける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LINE公式アカウントにLステップを入れ、リスト化・出し分け・面接予約までLINEで完結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「面接に来なかった」「辞退した（理由別）」をタグで分けて管理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出し分け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タグごとに、別々のステップ配信を送る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希望の聞き取り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希望の勤務地・日数・働き方（中途・アルバイト・スポット）をLINEのフォームで聞く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703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6400" y="2703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2962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2962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誰がどのリンクを押したかを確認し、次の連絡につなげる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52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400" y="3401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辞退の理由ごとの送り方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3707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日程が合わない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6400" y="3707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次の面接日・スポット勤務のご案内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今回は見送り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時期をあけて、募集のお知らせ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400" y="4226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やはりやめる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6400" y="4226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働き方・条件・働く方の声で、不安をなくす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0400" y="4485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会社側に理由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6400" y="4485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連絡の仕方・条件など、見直した点のお知らせ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進め方｜アカウント開設から配信開始まで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LINE公式アカウントの開設から、ステップ配信の開始までまとめて支援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Lステップの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導入・設定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の作成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配信開始・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友だちになってもらう方法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これまでの方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通知メッセージ（応募時の電話番号宛て）で届け、友だち追加につなげる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これからの方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応募の受付・面接の連絡でLINEをご案内し、外れても追える状態にする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送る内容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通知メッセージは日程の再調整・辞退の受付などのお知らせに使う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4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募集の案内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4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友だち追加の後、ステップ配信で送る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月額30万円で、Lステップの運用から配信の改善まで支援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初期構築の内容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LINE公式アカウント開設・Lステップと通知メッセージの設定・配信の作成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400" y="2934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400" y="2883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月額に含む支援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89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3189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通知メッセージ・ステップ配信・募集のお知らせの作成と運用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400" y="3448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6400" y="3448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外れた方のタグ付け・出し分けの管理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3707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6400" y="3707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反応を見て、配信の内容・タイミングを見直す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40752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※Lステップ・LINE公式アカウント・通知メッセージの利用料は別途（実費）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