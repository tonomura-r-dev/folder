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一度応募した方との接点を維持・再構築する導線を設計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再アプローチ対象の特徴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一度は警備の仕事に関心を示し、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再アプローチの課題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メール・電話での一人ずつの連絡は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手間がかかり、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次の募集を届け続ける仕組みがない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方針｜応募の時点でLINEにつなぎ、追い続ける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応募時からLINEでつながり、外れても応募・面接予約まで追い続ける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追客の流れ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400" y="2034000"/>
            <a:ext cx="2736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400" y="2034000"/>
            <a:ext cx="27360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入口①　応募したとき（主）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30000"/>
            <a:ext cx="2484000" cy="27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これから応募する方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400" y="2700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採用管理サービスのSMSで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LINEの友だち追加をご案内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400" y="3221999"/>
            <a:ext cx="2484000" cy="522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18000" rIns="54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「面接の日程・場所は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LINEでお送りします」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400" y="3960000"/>
            <a:ext cx="2736000" cy="15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E9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400" y="3960000"/>
            <a:ext cx="2736000" cy="342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入口②　過去の応募者（補助）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" y="4356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4896000"/>
            <a:ext cx="24840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LINEの友だち追加をご案内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0400" y="2934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80400" y="4734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560400" y="2934000"/>
            <a:ext cx="0" cy="1800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560400" y="3834000"/>
            <a:ext cx="2232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12400" y="3366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101200" y="3834000"/>
            <a:ext cx="194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24400" y="2934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72000" rIns="108000" bIns="7200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41199" y="3312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82400" y="2934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2400" y="3978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78000" y="3718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4400" y="5634000"/>
            <a:ext cx="8629200" cy="43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※過去の応募者へのご案内は、連絡先の利用目的・ご連絡の許諾を確認のうえ実施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※応募時のSMSは、採用管理サービスでの設定を確認のうえ実施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ステップ配信｜14日間で応募・面接予約を目指す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友だち追加から14日間、働き方を順番に届け、応募・面接予約につなげる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14日間のステップ配信（例）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0320" y="2034000"/>
            <a:ext cx="6903360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46232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240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40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40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5" name="Oval 14"/>
          <p:cNvSpPr/>
          <p:nvPr/>
        </p:nvSpPr>
        <p:spPr>
          <a:xfrm>
            <a:off x="318816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9624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9624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824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給与・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勤務条件の紹介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824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条件面の理解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824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21" name="Oval 20"/>
          <p:cNvSpPr/>
          <p:nvPr/>
        </p:nvSpPr>
        <p:spPr>
          <a:xfrm>
            <a:off x="491400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2208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208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408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408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不安の解消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408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「平均年齢64歳。84歳の方も活躍中。資格取得の支援もあります」</a:t>
            </a:r>
          </a:p>
        </p:txBody>
      </p:sp>
      <p:sp>
        <p:nvSpPr>
          <p:cNvPr id="27" name="Oval 26"/>
          <p:cNvSpPr/>
          <p:nvPr/>
        </p:nvSpPr>
        <p:spPr>
          <a:xfrm>
            <a:off x="663984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4792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792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992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スポット勤務・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希望条件の確認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992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応募ハードルの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低減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992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「スポット勤務もあります。ご希望の勤務地・日数を教えてください」</a:t>
            </a:r>
          </a:p>
        </p:txBody>
      </p:sp>
      <p:sp>
        <p:nvSpPr>
          <p:cNvPr id="33" name="Oval 32"/>
          <p:cNvSpPr/>
          <p:nvPr/>
        </p:nvSpPr>
        <p:spPr>
          <a:xfrm>
            <a:off x="8365680" y="1926000"/>
            <a:ext cx="216000" cy="216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7376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7376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576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面接予約の案内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576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CV①・CV②への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誘導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4576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「ご希望に合う現場・日程をご案内します。応募・面接予約はこちら」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400" y="4820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0400" y="477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14日以降の長期ステップ（例）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0400" y="4824000"/>
            <a:ext cx="526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※どの配信にも応募・面接予約の入口を付け、応募・面接予約済みの方には送らない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0400" y="5112000"/>
            <a:ext cx="2738400" cy="79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2400" y="5166000"/>
            <a:ext cx="720000" cy="23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" tIns="7200" rIns="72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1か月後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16400" y="5155200"/>
            <a:ext cx="1838400" cy="251999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近況・希望の確認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2400" y="5436000"/>
            <a:ext cx="2594400" cy="45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「その後いかがですか？ご希望の勤務地・日数を教えてください」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2800" y="5112000"/>
            <a:ext cx="2738400" cy="79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724799" y="5166000"/>
            <a:ext cx="720000" cy="23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" tIns="7200" rIns="72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3か月後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98800" y="5155200"/>
            <a:ext cx="1838400" cy="251999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待遇のご紹介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24799" y="5436000"/>
            <a:ext cx="2594400" cy="45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「ガソリン代・駐車場代は全額支給。空調服・ネッククーラーも支給」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35200" y="5112000"/>
            <a:ext cx="2738400" cy="79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07199" y="5166000"/>
            <a:ext cx="720000" cy="23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" tIns="7200" rIns="72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6か月後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81200" y="5155200"/>
            <a:ext cx="1838400" cy="251999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長く働ける安心材料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07199" y="5436000"/>
            <a:ext cx="2594400" cy="45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「月15日以上の勤務で社会保険に加入できます。面接日はこちら」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0400" y="5976000"/>
            <a:ext cx="85032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42400" y="6030000"/>
            <a:ext cx="1512000" cy="270000"/>
          </a:xfrm>
          <a:prstGeom prst="roundRect">
            <a:avLst>
              <a:gd name="adj" fmla="val 8000"/>
            </a:avLst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企画配信（随時）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44400" y="5976000"/>
            <a:ext cx="6739200" cy="37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新しい現場・募集が出るたびに、希望勤務地・勤務条件のタグごとに配信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応募時：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採用管理サービス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のSMSでご案内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初期構築費10万円・月額費用20万円で、開設から運用・改善まで支援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