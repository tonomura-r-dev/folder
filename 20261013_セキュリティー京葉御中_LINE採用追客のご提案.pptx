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7" r:id="rId3"/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jpe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hyperlink" Target="https://youtube.com/shorts/0qI4QgrOppQ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方針｜応募の時点でLINEにつなぎ、追い続ける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応募時からLINEでつながり、外れても応募・面接予約まで追い続ける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034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034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応募したとき（主）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30000"/>
            <a:ext cx="24840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700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採用管理サービスのSMSで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3221999"/>
            <a:ext cx="2484000" cy="522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18000" rIns="54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「面接の日程・場所は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LINEでお送りします」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400" y="3960000"/>
            <a:ext cx="2736000" cy="15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9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400" y="3960000"/>
            <a:ext cx="2736000" cy="342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過去の応募者（補助）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435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489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0400" y="29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0400" y="47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560400" y="2934000"/>
            <a:ext cx="0" cy="1800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0400" y="3834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12400" y="336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01200" y="3834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24400" y="293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41199" y="331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2400" y="2934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2400" y="3978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78000" y="371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7519" y="2034000"/>
            <a:ext cx="6888961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95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400" y="3924000"/>
            <a:ext cx="1506240" cy="15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ご応募ありがとう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ございました。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改めて働き方を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ご紹介します</a:t>
            </a:r>
          </a:p>
        </p:txBody>
      </p:sp>
      <p:sp>
        <p:nvSpPr>
          <p:cNvPr id="15" name="Oval 14"/>
          <p:cNvSpPr/>
          <p:nvPr/>
        </p:nvSpPr>
        <p:spPr>
          <a:xfrm>
            <a:off x="31917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264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264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464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464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6640" y="3924000"/>
            <a:ext cx="1506240" cy="15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1現場あたり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3〜5時間。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直行直帰OK・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日勤メインで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夜勤なし</a:t>
            </a:r>
          </a:p>
        </p:txBody>
      </p:sp>
      <p:sp>
        <p:nvSpPr>
          <p:cNvPr id="21" name="Oval 20"/>
          <p:cNvSpPr/>
          <p:nvPr/>
        </p:nvSpPr>
        <p:spPr>
          <a:xfrm>
            <a:off x="4913999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1488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1488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8688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88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68880" y="3924000"/>
            <a:ext cx="1506240" cy="15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平均年齢64歳。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84歳の方も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活躍中。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あります</a:t>
            </a:r>
          </a:p>
        </p:txBody>
      </p:sp>
      <p:sp>
        <p:nvSpPr>
          <p:cNvPr id="27" name="Oval 26"/>
          <p:cNvSpPr/>
          <p:nvPr/>
        </p:nvSpPr>
        <p:spPr>
          <a:xfrm>
            <a:off x="66362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3712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3712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0912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912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91120" y="3924000"/>
            <a:ext cx="1506240" cy="15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スポット勤務も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あります。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ご希望の勤務地・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日数を教えて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</a:t>
            </a:r>
          </a:p>
        </p:txBody>
      </p:sp>
      <p:sp>
        <p:nvSpPr>
          <p:cNvPr id="33" name="Oval 32"/>
          <p:cNvSpPr/>
          <p:nvPr/>
        </p:nvSpPr>
        <p:spPr>
          <a:xfrm>
            <a:off x="83584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59360" y="2232000"/>
            <a:ext cx="1614240" cy="324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59360" y="2628000"/>
            <a:ext cx="1614240" cy="291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31360" y="2700000"/>
            <a:ext cx="1470239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1360" y="3258000"/>
            <a:ext cx="1470239" cy="61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への誘導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13359" y="3924000"/>
            <a:ext cx="1506240" cy="15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3200" tIns="36000" rIns="10800" bIns="3600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ご希望に合う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現場・日程を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ご案内します。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応募・面接予約は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こちら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5706000"/>
            <a:ext cx="8503200" cy="4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42400" y="5778000"/>
            <a:ext cx="1080000" cy="288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自動で配信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30400" y="5706000"/>
            <a:ext cx="7171200" cy="43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友だち追加の日から、Lステップが順番に配信。担当者の個別連絡は不要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長期ステップ｜14日以降も接点を持ち続ける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14日で応募に至らなかった方にも、時期をあけて声をかけ続ける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長期ステップ（例）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0400" y="1638000"/>
            <a:ext cx="526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※どの配信にも応募・面接予約の入口を付け、応募・面接予約済みの方には送らない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7600" y="2034000"/>
            <a:ext cx="5788799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0196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0400" y="2232000"/>
            <a:ext cx="271440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2628000"/>
            <a:ext cx="27144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0400" y="2700000"/>
            <a:ext cx="25344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近況・希望の確認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00" y="2970000"/>
            <a:ext cx="2534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　</a:t>
            </a: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希望条件の更新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400" y="3258000"/>
            <a:ext cx="25704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36000" bIns="36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その後いかがですか？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ご希望の勤務地・日数を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教えてください</a:t>
            </a:r>
          </a:p>
        </p:txBody>
      </p:sp>
      <p:sp>
        <p:nvSpPr>
          <p:cNvPr id="16" name="Oval 15"/>
          <p:cNvSpPr/>
          <p:nvPr/>
        </p:nvSpPr>
        <p:spPr>
          <a:xfrm>
            <a:off x="4913999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64800" y="2232000"/>
            <a:ext cx="271440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3か月後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64800" y="2628000"/>
            <a:ext cx="27144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4800" y="2700000"/>
            <a:ext cx="25344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待遇のご紹介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4800" y="2970000"/>
            <a:ext cx="2534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　</a:t>
            </a: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関心の再喚起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36799" y="3258000"/>
            <a:ext cx="25704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36000" bIns="36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ガソリン代・駐車場代は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全額支給。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空調服・ネッククーラーも支給</a:t>
            </a:r>
          </a:p>
        </p:txBody>
      </p:sp>
      <p:sp>
        <p:nvSpPr>
          <p:cNvPr id="22" name="Oval 21"/>
          <p:cNvSpPr/>
          <p:nvPr/>
        </p:nvSpPr>
        <p:spPr>
          <a:xfrm>
            <a:off x="7808399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59200" y="2232000"/>
            <a:ext cx="2714400" cy="32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6か月後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9200" y="2628000"/>
            <a:ext cx="27144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9200" y="2700000"/>
            <a:ext cx="25344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長く働ける安心材料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9200" y="2970000"/>
            <a:ext cx="2534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　</a:t>
            </a: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応募の後押し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31199" y="3258000"/>
            <a:ext cx="25704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36000" bIns="36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社会保険に加入できます。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面接日はこちら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400" y="462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400" y="457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企画配信（随時）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400" y="4896000"/>
            <a:ext cx="85032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400" y="5184000"/>
            <a:ext cx="2714400" cy="9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400" y="5184000"/>
            <a:ext cx="64800" cy="9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400" y="5238000"/>
            <a:ext cx="2498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新しい現場が出たとき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400" y="5472000"/>
            <a:ext cx="24984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希望勤務地が近い方へ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400" y="5724000"/>
            <a:ext cx="25524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「お近くで新しい現場があります」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4800" y="5184000"/>
            <a:ext cx="2714400" cy="9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4800" y="5184000"/>
            <a:ext cx="64800" cy="9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6799" y="5238000"/>
            <a:ext cx="2498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スポット募集が出たとき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26799" y="5472000"/>
            <a:ext cx="24984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短期・スポット希望の方へ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0800" y="5724000"/>
            <a:ext cx="25524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「年末年始だけの募集があります」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9200" y="5184000"/>
            <a:ext cx="2714400" cy="9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59200" y="5184000"/>
            <a:ext cx="64800" cy="9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1199" y="5238000"/>
            <a:ext cx="2498400" cy="23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面接日を追加したとき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1199" y="5472000"/>
            <a:ext cx="24984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→ 面接未参加・辞退の方へ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85200" y="5724000"/>
            <a:ext cx="25524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「新しい面接日をご案内します」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のSMSでご案内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