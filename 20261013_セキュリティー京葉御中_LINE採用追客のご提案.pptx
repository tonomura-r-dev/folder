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04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64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04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再アプローチの課題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64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一人ずつの連絡は手間がかかり、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次の募集を届け続ける仕組みがない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方針｜過去の応募者をLINEでつなぎ、追い続ける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面接に来なかった方・辞退した方をLINEでつなぎ、応募・面接予約まで追う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412000"/>
            <a:ext cx="2880000" cy="23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412000"/>
            <a:ext cx="28800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過去の応募者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400" y="2898000"/>
            <a:ext cx="2556000" cy="57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400" y="3581999"/>
            <a:ext cx="2556000" cy="100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53199" y="3564000"/>
            <a:ext cx="212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94399" y="309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3200" y="3564000"/>
            <a:ext cx="194399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06399" y="266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23199" y="304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64400" y="2664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4400" y="3708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69000" y="344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4400" y="5562000"/>
            <a:ext cx="8629200" cy="43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※過去の応募者へのご案内は、連絡先の利用目的・ご連絡の許諾を確認のうえ実施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※今後の応募者も、応募完了後にLINEへご案内可能（採用管理サービスと連携できる場合）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0320" y="2034000"/>
            <a:ext cx="690336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23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40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5" name="Oval 14"/>
          <p:cNvSpPr/>
          <p:nvPr/>
        </p:nvSpPr>
        <p:spPr>
          <a:xfrm>
            <a:off x="31881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624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624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824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給与・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24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824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21" name="Oval 20"/>
          <p:cNvSpPr/>
          <p:nvPr/>
        </p:nvSpPr>
        <p:spPr>
          <a:xfrm>
            <a:off x="49140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2208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208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408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408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408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「平均年齢64歳。84歳の方も活躍中。資格取得の支援もあります」</a:t>
            </a:r>
          </a:p>
        </p:txBody>
      </p:sp>
      <p:sp>
        <p:nvSpPr>
          <p:cNvPr id="27" name="Oval 26"/>
          <p:cNvSpPr/>
          <p:nvPr/>
        </p:nvSpPr>
        <p:spPr>
          <a:xfrm>
            <a:off x="66398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792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792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992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992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92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「スポット勤務もあります。ご希望の勤務地・日数を教えてください」</a:t>
            </a:r>
          </a:p>
        </p:txBody>
      </p:sp>
      <p:sp>
        <p:nvSpPr>
          <p:cNvPr id="33" name="Oval 32"/>
          <p:cNvSpPr/>
          <p:nvPr/>
        </p:nvSpPr>
        <p:spPr>
          <a:xfrm>
            <a:off x="83656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7376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7376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576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576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CV①・CV②への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誘導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576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「ご希望に合う現場・日程をご案内します。応募・面接予約はこちら」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400" y="4806000"/>
            <a:ext cx="8503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60400" y="4878000"/>
            <a:ext cx="1944000" cy="306000"/>
          </a:xfrm>
          <a:prstGeom prst="roundRect">
            <a:avLst>
              <a:gd name="adj" fmla="val 8000"/>
            </a:avLst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14日以降（企画配信）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2400" y="4806000"/>
            <a:ext cx="6271200" cy="45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新しい現場・募集が出るたびに、希望勤務地・勤務条件のタグごとに配信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400" y="537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0400" y="532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04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04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4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8399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空調服・ネッククーラー支給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300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00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00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8000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月15日以上の勤務で社会保険に加入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過去の応募者へ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追加をご案内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初期構築費10万円・月額費用30万円で、開設から運用・改善まで支援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