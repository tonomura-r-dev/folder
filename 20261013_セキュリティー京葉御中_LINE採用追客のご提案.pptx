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警備を含む保安職業の求人倍率は6.41倍。集めた応募者を、選考の途中で手放さない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04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外れた方の共通点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64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一度は応募している＝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警備の仕事に関心がある方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04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いまの対応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64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電話・メールでの再連絡は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手間がかかり、続けにくい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方針｜過去・新規の応募者をLINEでつなぎ、追い続ける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2つの入口からLINEの友だちを増やし、Lステップで応募・面接予約につなげる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4400" y="1620000"/>
            <a:ext cx="2736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4400" y="1620000"/>
            <a:ext cx="27360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入口①　過去の応募者（重点）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2015999"/>
            <a:ext cx="2484000" cy="503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628000"/>
            <a:ext cx="2484000" cy="7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400" y="3618000"/>
            <a:ext cx="2736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400" y="3618000"/>
            <a:ext cx="27360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入口②　今後の新規応募者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400" y="4014000"/>
            <a:ext cx="2484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これから応募する方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400" y="4374000"/>
            <a:ext cx="2484000" cy="7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応募完了後に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0400" y="2520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380400" y="4518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560400" y="2520000"/>
            <a:ext cx="0" cy="1998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560400" y="3519000"/>
            <a:ext cx="2232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812400" y="3051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01200" y="3519000"/>
            <a:ext cx="194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324400" y="2619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72000" rIns="108000" bIns="7200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41199" y="2997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682400" y="2619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2400" y="3663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478000" y="3403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4400" y="5562000"/>
            <a:ext cx="8629200" cy="43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※過去の応募者へのご案内は、連絡先の利用目的・ご連絡の許諾を確認のうえ実施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※サンクスLINE誘導は、採用管理サービスとの連携可否を確認のうえ実施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ステップ配信｜働き方を少しずつ届ける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給与・働き方・現場の様子を順番に届け、もう一度応募したくなる状態をつくる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配信の流れ（例）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34000" y="2034000"/>
            <a:ext cx="7176000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333200" y="1933200"/>
            <a:ext cx="201600" cy="2016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32720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10000"/>
            <a:ext cx="13272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400" y="2664000"/>
            <a:ext cx="12192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400" y="3186000"/>
            <a:ext cx="1219200" cy="11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4" name="Oval 13"/>
          <p:cNvSpPr/>
          <p:nvPr/>
        </p:nvSpPr>
        <p:spPr>
          <a:xfrm>
            <a:off x="2768400" y="1933200"/>
            <a:ext cx="201600" cy="2016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205600" y="2232000"/>
            <a:ext cx="132720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05600" y="2610000"/>
            <a:ext cx="13272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9600" y="2664000"/>
            <a:ext cx="12192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給与・条件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9600" y="3186000"/>
            <a:ext cx="1219200" cy="11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19" name="Oval 18"/>
          <p:cNvSpPr/>
          <p:nvPr/>
        </p:nvSpPr>
        <p:spPr>
          <a:xfrm>
            <a:off x="4203600" y="1933200"/>
            <a:ext cx="201600" cy="2016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40800" y="2232000"/>
            <a:ext cx="132720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1週間後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40800" y="2610000"/>
            <a:ext cx="13272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4800" y="2664000"/>
            <a:ext cx="12192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800" y="3186000"/>
            <a:ext cx="1219200" cy="11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「平均年齢64歳。84歳の方も活躍しています」</a:t>
            </a:r>
          </a:p>
        </p:txBody>
      </p:sp>
      <p:sp>
        <p:nvSpPr>
          <p:cNvPr id="24" name="Oval 23"/>
          <p:cNvSpPr/>
          <p:nvPr/>
        </p:nvSpPr>
        <p:spPr>
          <a:xfrm>
            <a:off x="5638800" y="1933200"/>
            <a:ext cx="201600" cy="2016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76000" y="2232000"/>
            <a:ext cx="132720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2週間後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76000" y="2610000"/>
            <a:ext cx="13272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0000" y="2664000"/>
            <a:ext cx="12192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短期・スポット勤務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0000" y="3186000"/>
            <a:ext cx="1219200" cy="11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「年末年始だけ、などのスポット勤務もあります」</a:t>
            </a:r>
          </a:p>
        </p:txBody>
      </p:sp>
      <p:sp>
        <p:nvSpPr>
          <p:cNvPr id="29" name="Oval 28"/>
          <p:cNvSpPr/>
          <p:nvPr/>
        </p:nvSpPr>
        <p:spPr>
          <a:xfrm>
            <a:off x="7073999" y="1933200"/>
            <a:ext cx="201600" cy="2016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11200" y="2232000"/>
            <a:ext cx="132720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1か月後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11200" y="2610000"/>
            <a:ext cx="13272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199" y="2664000"/>
            <a:ext cx="12192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現場・面接のご案内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199" y="3186000"/>
            <a:ext cx="1219200" cy="11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「柏・松戸・熊谷で現場があります。面接日はこちら」</a:t>
            </a:r>
          </a:p>
        </p:txBody>
      </p:sp>
      <p:sp>
        <p:nvSpPr>
          <p:cNvPr id="34" name="Oval 33"/>
          <p:cNvSpPr/>
          <p:nvPr/>
        </p:nvSpPr>
        <p:spPr>
          <a:xfrm>
            <a:off x="8509200" y="1933200"/>
            <a:ext cx="201600" cy="2016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946400" y="2232000"/>
            <a:ext cx="132720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以降 月1回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400" y="2610000"/>
            <a:ext cx="13272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0400" y="2664000"/>
            <a:ext cx="12192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募集のお知らせ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0400" y="3186000"/>
            <a:ext cx="1219200" cy="11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「今月の募集をお知らせします」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400" y="4640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0400" y="459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そのほかに伝えられること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0400" y="4932000"/>
            <a:ext cx="4143600" cy="75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0400" y="4932000"/>
            <a:ext cx="64800" cy="75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400" y="4986000"/>
            <a:ext cx="864000" cy="64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8399" y="4986000"/>
            <a:ext cx="3081599" cy="64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ガソリン代・駐車場代の全額支給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空調服・ネッククーラー支給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130000" y="4932000"/>
            <a:ext cx="4143600" cy="75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30000" y="4932000"/>
            <a:ext cx="64800" cy="75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10000" y="4986000"/>
            <a:ext cx="864000" cy="64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4986000"/>
            <a:ext cx="3081599" cy="64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月15日以上の勤務で社会保険に加入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新規応募者：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初期構築費10万円・月額費用30万円で、開設から運用・改善まで支援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