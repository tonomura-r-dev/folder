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再アプローチ上の課題（仮説）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電話・メールだけでは継続的な連絡に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工数がかかり、相手からの反応に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つながりにくい可能性がある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面接に来なかった方・辞退した方をLINEでつなぎ、応募・面接予約まで追う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412000"/>
            <a:ext cx="2880000" cy="23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412000"/>
            <a:ext cx="28800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過去の応募者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400" y="2898000"/>
            <a:ext cx="2556000" cy="57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00" y="3581999"/>
            <a:ext cx="2556000" cy="100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3199" y="3564000"/>
            <a:ext cx="212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399" y="309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3200" y="3564000"/>
            <a:ext cx="1943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06399" y="266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23199" y="304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64400" y="2664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4400" y="3708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69000" y="344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※今後の応募者も、応募完了後にLINEへご案内可能（採用管理サービスと連携できる場合）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「柏・松戸・熊谷で現場があります。応募・面接予約はこちら」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4806000"/>
            <a:ext cx="8503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0400" y="4878000"/>
            <a:ext cx="1655999" cy="306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14日以降（別施策）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24400" y="4806000"/>
            <a:ext cx="6559200" cy="45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月1回程度の企画配信（募集・現場のお知らせなど）で、継続的に接点を維持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400" y="537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400" y="532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04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8399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300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00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00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8000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過去の応募者へ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追加をご案内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初期構築費10万円・月額費用30万円で、開設から運用・改善まで支援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