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18000" rIns="54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4400" y="5634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※応募時のSMSは、採用管理サービスでの設定を確認のうえ実施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944000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14日以降（企画配信）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2400" y="4806000"/>
            <a:ext cx="6271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