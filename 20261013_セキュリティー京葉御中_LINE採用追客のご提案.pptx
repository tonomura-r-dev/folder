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6" r:id="rId4"/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課題｜一度外れた応募者が、そのまま離れている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警備を含む保安職業の求人倍率は6.41倍。集めた応募者を、選考の途中で手放さない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警備員の採用環境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有効求人倍率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 6.41倍（職業全体は 1.10倍）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203199"/>
            <a:ext cx="8629200" cy="18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出典：労働政策研究・研修機構「職業別にみた有効求人倍率、平均求人賃金」（2025年度）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400" y="25596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0400" y="25092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選考の途中で起きていること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400" y="2851199"/>
            <a:ext cx="19637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62999" y="30941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950199" y="2851199"/>
            <a:ext cx="19637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面接のご案内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42799" y="30941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29999" y="2851199"/>
            <a:ext cx="19637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22599" y="30941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309799" y="2851199"/>
            <a:ext cx="1963799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連絡が途切れ、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そのまま離れる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400" y="36036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0400" y="35531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外れた方について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" y="3859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共通点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6400" y="3859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一度は応募している＝警備の仕事に関心がある方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0400" y="41184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いまの対応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6400" y="41184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電話・メールでの再連絡は手間がかかり、続けにくい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方針｜外れた方に通知メッセージで届け、追い続ける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面接に来なかった方・辞退した方に、通知メッセージでLINEを届け、ステップ配信で追う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27040" y="22049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24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LINEに届く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70880" y="22049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5808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リスト化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14719" y="22049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01919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声をかけ続ける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58559" y="22049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745759" y="1961999"/>
            <a:ext cx="1527840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再応募・面接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2714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2663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2969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2969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面接に来なかった方・辞退した方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229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届け方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229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通知メッセージ：友だちでなくても、応募時の電話番号宛てにLINEで届く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3488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手間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3488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配信は自動。担当者が1人ずつ連絡しなくてよい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3747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3747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中途・派遣で働ける方を、タイミングが合ったときに採用につなげる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ステップ配信｜働き方を少しずつ届ける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給与・働き方・現場の様子を順番に届け、もう一度応募したくなる状態をつくる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配信の例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2400" y="1925999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お礼・働き方の紹介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399" y="1925999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「ご応募ありがとうございました。改めて働き方をご紹介します」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0400" y="21852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2400" y="2185200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給与・条件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399" y="2185200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「1現場10,500円（2現場で19,500円）。直行直帰OK・夜勤なし」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0400" y="2444399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1週間後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2400" y="2444399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働く方の声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399" y="2444399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「平均年齢64歳。84歳の方も活躍しています」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400" y="27036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2400" y="2703600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短期・スポット勤務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399" y="2703600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「年末年始だけ、などのスポット勤務もあります」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400" y="29628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1か月後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2400" y="2962800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現場・面接のご案内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399" y="2962800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「柏・松戸・熊谷で現場があります。面接日はこちら」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3221999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以降 月1回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2400" y="3221999"/>
            <a:ext cx="187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募集のお知らせ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399" y="3221999"/>
            <a:ext cx="54792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「今月の募集をお知らせします」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400" y="37116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0400" y="36612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そのほかに伝えられること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0400" y="3967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待遇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6400" y="3967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ガソリン代・駐車場代の全額支給／空調服・ネッククーラー支給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0400" y="42264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6400" y="42264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資格取得の支援／月15日以上の勤務で社会保険に加入可能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Lステップ｜外れた理由ごとに追い分ける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LINE公式アカウントにLステップを入れ、リスト化・出し分け・面接予約までLINEで完結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リスト化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「面接に来なかった」「辞退した」をタグで分けて管理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出し分け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タグごとに、別々のステップ配信を送る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400" y="244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希望の聞き取り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6400" y="244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希望の勤務地・日数・働き方（中途・派遣・スポット）をLINEのフォームで聞く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0400" y="27036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面接予約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6400" y="27036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LINEの中で面接日を選んで予約できる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29628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反応の確認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6400" y="29628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誰がどのリンクを押したかを確認し、次の連絡につなげる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進め方｜アカウント開設から配信開始まで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LINE公式アカウントの開設から、ステップ配信の開始までまとめて支援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初期構築の流れ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27040" y="22049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24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Lステップの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導入・設定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70880" y="2204999"/>
            <a:ext cx="1584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58080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外れた方へ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14719" y="22049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01919" y="1961999"/>
            <a:ext cx="1527840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の作成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58559" y="2204999"/>
            <a:ext cx="158401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745759" y="1961999"/>
            <a:ext cx="1527840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配信開始・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改善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2714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2663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友だちになってもらう方法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2969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これまでの方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2969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通知メッセージ（応募時の電話番号宛て）で届け、友だち追加につなげる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229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これからの方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229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応募の受付・面接の連絡でLINEをご案内し、外れても追える状態にする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3488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送る内容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3488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通知メッセージは面接日程の再調整などのお知らせ。募集の案内はステップ配信で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月額30万円で、Lステップの運用から配信の改善まで支援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400" y="244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初期構築の内容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6400" y="244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LINE公式アカウント開設・Lステップと通知メッセージの設定・配信の作成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400" y="29340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0400" y="28836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月額に含む支援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31896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6400" y="31896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通知メッセージ・ステップ配信・募集のお知らせの作成と運用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400" y="34488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リスト管理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6400" y="34488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外れた方のタグ付け・出し分けの管理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400" y="3707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6400" y="3707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反応を見て、配信の内容・タイミングを見直す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" y="4075200"/>
            <a:ext cx="8629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※Lステップ・LINE公式アカウント・通知メッセージの利用料は別途（実費）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