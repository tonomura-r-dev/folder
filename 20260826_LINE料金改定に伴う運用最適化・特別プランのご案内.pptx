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935" r:id="rId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【営業トークスクリプト】LINE公式アカウント 料金改定に伴う運用最適化・特別プランのご案内</a:t>
            </a:r>
          </a:p>
          <a:p/>
          <a:p>
            <a:r>
              <a:t>■ ひとことで言うと</a:t>
            </a:r>
          </a:p>
          <a:p>
            <a:r>
              <a:t>10月は新料金での実データを取る期間です。</a:t>
            </a:r>
          </a:p>
          <a:p>
            <a:r>
              <a:t>その実績をもとに、11月から貴社に合わせた特別プランを適用します。</a:t>
            </a:r>
          </a:p>
          <a:p/>
          <a:p>
            <a:r>
              <a:t>■ 導入</a:t>
            </a:r>
          </a:p>
          <a:p>
            <a:r>
              <a:t>2026年10月から、LINEヤフー社の料金体系が改定されます。</a:t>
            </a:r>
          </a:p>
          <a:p>
            <a:r>
              <a:t>追加メッセージの単価が変わり、大量配信に対する割引が縮小します。</a:t>
            </a:r>
          </a:p>
          <a:p>
            <a:r>
              <a:t>貴社のように配信ボリュームが大きいアカウントほど、影響を受けやすい改定です。</a:t>
            </a:r>
          </a:p>
          <a:p/>
          <a:p>
            <a:r>
              <a:t>■ 課題</a:t>
            </a:r>
          </a:p>
          <a:p>
            <a:r>
              <a:t>対策をしないと、これまでと同じ配信をしているだけでコストが上がります。</a:t>
            </a:r>
          </a:p>
          <a:p>
            <a:r>
              <a:t>特に全員に一律で送る「一斉配信」は、反応の薄い層にも同じ単価がかかるので、</a:t>
            </a:r>
          </a:p>
          <a:p>
            <a:r>
              <a:t>改定後はムダが大きく出てしまいます。</a:t>
            </a:r>
          </a:p>
          <a:p/>
          <a:p>
            <a:r>
              <a:t>■ ご提案</a:t>
            </a:r>
          </a:p>
          <a:p>
            <a:r>
              <a:t>一斉配信からセグメント配信への切り替えです。</a:t>
            </a:r>
          </a:p>
          <a:p>
            <a:r>
              <a:t>反応が見込める層に絞って配信することで、通数そのものを減らしながら成果は維持します。</a:t>
            </a:r>
          </a:p>
          <a:p>
            <a:r>
              <a:t>あわせて、貴社の配信規模に合わせた弊社の特別プランをご用意します。</a:t>
            </a:r>
          </a:p>
          <a:p/>
          <a:p>
            <a:r>
              <a:t>■ なぜ11月からなのか（ここが本題）</a:t>
            </a:r>
          </a:p>
          <a:p>
            <a:r>
              <a:t>特別プランの適用は11月からとさせてください。</a:t>
            </a:r>
          </a:p>
          <a:p>
            <a:r>
              <a:t>新料金で実際にどれくらいの通数・費用になるかは、動かしてみないと正確に出ません。</a:t>
            </a:r>
          </a:p>
          <a:p>
            <a:r>
              <a:t>10月は原則、通常プランで運用いただき、実データを取らせてください。</a:t>
            </a:r>
          </a:p>
          <a:p>
            <a:r>
              <a:t>その実績と媒体インセンティブを踏まえて、11月から貴社専用の特別プランを適用します。</a:t>
            </a:r>
          </a:p>
          <a:p/>
          <a:p>
            <a:r>
              <a:t>■ 着地</a:t>
            </a:r>
          </a:p>
          <a:p>
            <a:r>
              <a:t>10月に一律で値引きをするのではなく、10月の実績を見たうえで、</a:t>
            </a:r>
          </a:p>
          <a:p>
            <a:r>
              <a:t>貴社にとって一番効果の大きい形で11月から適用する、という進め方です。</a:t>
            </a:r>
          </a:p>
          <a:p/>
          <a:p>
            <a:r>
              <a:t>■ 想定QA</a:t>
            </a:r>
          </a:p>
          <a:p>
            <a:r>
              <a:t>Q. 10月分は高いままですか？</a:t>
            </a:r>
          </a:p>
          <a:p>
            <a:r>
              <a:t>A. 10月は原則、通常プランでの適用となります。ただしその1ヶ月の実績が、</a:t>
            </a:r>
          </a:p>
          <a:p>
            <a:r>
              <a:t>   11月以降の調整の根拠になります。無駄な1ヶ月にはしません。</a:t>
            </a:r>
          </a:p>
          <a:p/>
          <a:p>
            <a:r>
              <a:t>Q. どれくらい下がりますか？</a:t>
            </a:r>
          </a:p>
          <a:p>
            <a:r>
              <a:t>A. 現時点では確約できません。10月の配信実績と媒体インセンティブ次第です。</a:t>
            </a:r>
          </a:p>
          <a:p>
            <a:r>
              <a:t>   10月下旬に、貴社専用のシミュレーションをお出しします。</a:t>
            </a:r>
          </a:p>
          <a:p/>
          <a:p>
            <a:r>
              <a:t>Q. 10月から何かできることはありますか？</a:t>
            </a:r>
          </a:p>
          <a:p>
            <a:r>
              <a:t>A. あります。セグメント配信への切り替えは10月から着手できます。</a:t>
            </a:r>
          </a:p>
          <a:p>
            <a:r>
              <a:t>   ここを進めておくほど、11月の調整余地も大きくなります。</a:t>
            </a:r>
          </a:p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8638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 料金改定に伴う運用最適化・特別プランのご案内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548640"/>
            <a:ext cx="9162288" cy="768096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配信の見直しと特別プランで、料金改定によるコスト増を抑えます。</a:t>
            </a:r>
          </a:p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適用開始は</a:t>
            </a:r>
            <a:r>
              <a:rPr sz="15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11月から</a:t>
            </a: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。10月は新料金での実データを計測する期間です。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2813304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947672"/>
            <a:ext cx="2557272" cy="4572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10月〜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569464"/>
            <a:ext cx="2557272" cy="56692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料金体系が変わります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64408"/>
            <a:ext cx="2484120" cy="10058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LINEヤフー社の追加メッセージ単価が改定されます。今の配信のままでは、コストが上がります。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07080" y="3008376"/>
            <a:ext cx="201168" cy="29260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4824" y="1783080"/>
            <a:ext cx="2813304" cy="2743200"/>
          </a:xfrm>
          <a:prstGeom prst="rect">
            <a:avLst/>
          </a:prstGeom>
          <a:solidFill>
            <a:srgbClr val="F4F7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72840" y="1947672"/>
            <a:ext cx="2557272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840" y="2569464"/>
            <a:ext cx="2557272" cy="56692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配信を見直します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9416" y="3264408"/>
            <a:ext cx="2484120" cy="10058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一斉配信からセグメント配信へ移行し、ムダな配信コストを削減します。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94704" y="3008376"/>
            <a:ext cx="201168" cy="29260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2448" y="1783080"/>
            <a:ext cx="2813304" cy="2743200"/>
          </a:xfrm>
          <a:prstGeom prst="rect">
            <a:avLst/>
          </a:prstGeom>
          <a:solidFill>
            <a:srgbClr val="1F285A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0463" y="1947672"/>
            <a:ext cx="255727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11月〜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0463" y="2569464"/>
            <a:ext cx="2557272" cy="56692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特別プランを適用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7039" y="3264408"/>
            <a:ext cx="2484120" cy="100584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10月の実績をもとに、貴社に合わせた特別プランを適用します。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898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8439912" cy="9601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※ </a:t>
            </a: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10月は、新料金での配信実績を計測する期間です（原則、通常プランの適用となります）。その実績と媒体インセンティブを踏まえて、11月から貴社専用の特別プランを適用いたします。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