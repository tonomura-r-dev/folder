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935" r:id="rId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【営業トークスクリプト】LINE料金改定に伴う運用最適化・特別プランのご案内</a:t>
            </a:r>
          </a:p>
          <a:p/>
          <a:p>
            <a:r>
              <a:t>■ 導入</a:t>
            </a:r>
          </a:p>
          <a:p>
            <a:r>
              <a:t>2026年10月から、LINEヤフー社の料金体系が改定されます。追加メッセージの単価が変わり、</a:t>
            </a:r>
          </a:p>
          <a:p>
            <a:r>
              <a:t>大量配信に対する割引が縮小します。御社のように配信ボリュームが大きいアカウントほど、</a:t>
            </a:r>
          </a:p>
          <a:p>
            <a:r>
              <a:t>影響を受けやすい改定です。</a:t>
            </a:r>
          </a:p>
          <a:p/>
          <a:p>
            <a:r>
              <a:t>■ 課題とリスク</a:t>
            </a:r>
          </a:p>
          <a:p>
            <a:r>
              <a:t>対策をしないと、これまでと同じ配信をしているだけでコストが上がります。</a:t>
            </a:r>
          </a:p>
          <a:p>
            <a:r>
              <a:t>特に全員に一律で送る「一斉配信」は、反応の薄い層にも同じ単価がかかるので、</a:t>
            </a:r>
          </a:p>
          <a:p>
            <a:r>
              <a:t>改定後はムダが大きく出てしまいます。</a:t>
            </a:r>
          </a:p>
          <a:p/>
          <a:p>
            <a:r>
              <a:t>■ 弊社の対策</a:t>
            </a:r>
          </a:p>
          <a:p>
            <a:r>
              <a:t>ご提案は2つです。</a:t>
            </a:r>
          </a:p>
          <a:p>
            <a:r>
              <a:t>ひとつめは、一斉配信からセグメント配信への切り替えです。</a:t>
            </a:r>
          </a:p>
          <a:p>
            <a:r>
              <a:t>反応が見込める層に絞って配信することで、通数そのものを減らしながら成果は維持します。</a:t>
            </a:r>
          </a:p>
          <a:p>
            <a:r>
              <a:t>ふたつめが、御社の配信規模に合わせた弊社の特別調整プランです。</a:t>
            </a:r>
          </a:p>
          <a:p/>
          <a:p>
            <a:r>
              <a:t>■ なぜ11月からなのか（ここが本題）</a:t>
            </a:r>
          </a:p>
          <a:p>
            <a:r>
              <a:t>特別プランの適用は11月からとさせてください。理由は、10月が</a:t>
            </a:r>
          </a:p>
          <a:p>
            <a:r>
              <a:t>「新しい料金体系での実データを取る期間」だからです。</a:t>
            </a:r>
          </a:p>
          <a:p>
            <a:r>
              <a:t>新料金で実際にどれくらいの通数・費用になるかは、動かしてみないと正確に出ません。</a:t>
            </a:r>
          </a:p>
          <a:p>
            <a:r>
              <a:t>10月は原則、通常プランで運用いただき、実データを取らせてください。</a:t>
            </a:r>
          </a:p>
          <a:p>
            <a:r>
              <a:t>そのうえで10月下旬に、実績をもとに媒体インセンティブを算出し、</a:t>
            </a:r>
          </a:p>
          <a:p>
            <a:r>
              <a:t>御社にどれだけ還元できるかを試算します。</a:t>
            </a:r>
          </a:p>
          <a:p>
            <a:r>
              <a:t>その試算に基づいて、11月から御社専用の特別プランを適用します。</a:t>
            </a:r>
          </a:p>
          <a:p/>
          <a:p>
            <a:r>
              <a:t>■ 着地</a:t>
            </a:r>
          </a:p>
          <a:p>
            <a:r>
              <a:t>10月に一律で値引きをするのではなく、10月の実績を見たうえで、</a:t>
            </a:r>
          </a:p>
          <a:p>
            <a:r>
              <a:t>御社にとって一番効果の大きい形で11月から適用する、という進め方です。</a:t>
            </a:r>
          </a:p>
          <a:p>
            <a:r>
              <a:t>根拠のない一律値引きよりも、実データに基づいた最適化のほうが、</a:t>
            </a:r>
          </a:p>
          <a:p>
            <a:r>
              <a:t>結果的に御社のメリットは大きくなります。</a:t>
            </a:r>
          </a:p>
          <a:p/>
          <a:p>
            <a:r>
              <a:t>■ 想定QA</a:t>
            </a:r>
          </a:p>
          <a:p>
            <a:r>
              <a:t>Q. 10月分は高いままですか？</a:t>
            </a:r>
          </a:p>
          <a:p>
            <a:r>
              <a:t>A. 10月は原則、通常プランでの適用となります。ただしその1ヶ月の実績が、</a:t>
            </a:r>
          </a:p>
          <a:p>
            <a:r>
              <a:t>   11月以降の調整の根拠になります。無駄な1ヶ月にはしません。</a:t>
            </a:r>
          </a:p>
          <a:p/>
          <a:p>
            <a:r>
              <a:t>Q. どれくらい下がりますか？</a:t>
            </a:r>
          </a:p>
          <a:p>
            <a:r>
              <a:t>A. 現時点では確約できません。10月の配信実績と媒体インセンティブ次第です。</a:t>
            </a:r>
          </a:p>
          <a:p>
            <a:r>
              <a:t>   10月下旬に、御社専用のシミュレーションをお出しします。</a:t>
            </a:r>
          </a:p>
          <a:p/>
          <a:p>
            <a:r>
              <a:t>Q. 10月から何かできることはありますか？</a:t>
            </a:r>
          </a:p>
          <a:p>
            <a:r>
              <a:t>A. あります。セグメント配信への切り替えは10月から着手できます。</a:t>
            </a:r>
          </a:p>
          <a:p>
            <a:r>
              <a:t>   ここを進めておくほど、11月の調整余地も大きくなります。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8872"/>
            <a:ext cx="7863840" cy="36576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LINE公式アカウント 料金改定に伴う運用最適化・特別プランのご案内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548640"/>
            <a:ext cx="9162288" cy="7680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2026年10月の料金改定により、従来の配信スタイルのままでは配信コストが増大します。</a:t>
            </a:r>
          </a:p>
          <a:p>
            <a:pPr algn="ctr"/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10月に実データを計測のうえ、</a:t>
            </a:r>
            <a:r>
              <a:rPr sz="13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11月から</a:t>
            </a:r>
            <a:r>
              <a:rPr sz="13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各社様に最適化した特別プランを適用いたします。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486400" cy="237744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①  </a:t>
            </a: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背景と課題（10月〜）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8988552" cy="768096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55648"/>
            <a:ext cx="8439912" cy="292608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■ </a:t>
            </a: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LINEヤフーの料金体系改定</a:t>
            </a: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：</a:t>
            </a: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2026年10月より追加メッセージ単価体系が改定。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8439912" cy="292608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■ </a:t>
            </a: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生じるリスク</a:t>
            </a: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：</a:t>
            </a: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従来の配信スタイルのまま運用を継続した場合、メッセージ配信コストが大幅に増大する可能性。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60320"/>
            <a:ext cx="5486400" cy="237744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565C0"/>
                </a:solidFill>
                <a:latin typeface="メイリオ"/>
                <a:ea typeface="メイリオ"/>
                <a:cs typeface="メイリオ"/>
              </a:rPr>
              <a:t>②  </a:t>
            </a:r>
            <a:r>
              <a:rPr sz="1200" b="1">
                <a:solidFill>
                  <a:srgbClr val="1565C0"/>
                </a:solidFill>
                <a:latin typeface="メイリオ"/>
                <a:ea typeface="メイリオ"/>
                <a:cs typeface="メイリオ"/>
              </a:rPr>
              <a:t>弊社の対応方針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79776"/>
            <a:ext cx="4357116" cy="1188720"/>
          </a:xfrm>
          <a:prstGeom prst="rect">
            <a:avLst/>
          </a:prstGeom>
          <a:solidFill>
            <a:srgbClr val="F4F7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944368"/>
            <a:ext cx="384048" cy="3840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926080"/>
            <a:ext cx="3461003" cy="420624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配信の最適化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383280"/>
            <a:ext cx="3461003" cy="475488"/>
          </a:xfrm>
          <a:prstGeom prst="rect">
            <a:avLst/>
          </a:prstGeom>
          <a:noFill/>
        </p:spPr>
        <p:txBody>
          <a:bodyPr wrap="square" lIns="0" rIns="54864" t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一斉配信から「セグメント配信」へ移行し、不要コストを圧縮します。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636" y="2779776"/>
            <a:ext cx="4357116" cy="1188720"/>
          </a:xfrm>
          <a:prstGeom prst="rect">
            <a:avLst/>
          </a:prstGeom>
          <a:solidFill>
            <a:srgbClr val="F4F7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9803" y="2944368"/>
            <a:ext cx="384048" cy="3840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3579" y="2926080"/>
            <a:ext cx="3461003" cy="420624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特別プランの再設計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83579" y="3383280"/>
            <a:ext cx="3461003" cy="475488"/>
          </a:xfrm>
          <a:prstGeom prst="rect">
            <a:avLst/>
          </a:prstGeom>
          <a:noFill/>
        </p:spPr>
        <p:txBody>
          <a:bodyPr wrap="square" lIns="0" rIns="54864" t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新料金下でも費用対効果を最大化できるよう、弊社独自の「調整プラン（特別還元）」をご提供します。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096512"/>
            <a:ext cx="5486400" cy="237744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 </a:t>
            </a: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スケジュール（なぜ11月からの適用なのか）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15968"/>
            <a:ext cx="2813304" cy="1901952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443983"/>
            <a:ext cx="2630424" cy="38404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882896"/>
            <a:ext cx="2593848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配信データ計測・検証期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230368"/>
            <a:ext cx="2557272" cy="603504"/>
          </a:xfrm>
          <a:prstGeom prst="rect">
            <a:avLst/>
          </a:prstGeom>
          <a:noFill/>
        </p:spPr>
        <p:txBody>
          <a:bodyPr wrap="square" lIns="0" rIns="0" tIns="27432" bIns="2743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新料金下での実際の配信ボリュームとコストの適正推移を測定・分析します。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5870448"/>
            <a:ext cx="2557272" cy="256032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95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※ 原則、通常プラン適用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307080" y="5129783"/>
            <a:ext cx="201168" cy="274320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4824" y="4315968"/>
            <a:ext cx="2813304" cy="1901952"/>
          </a:xfrm>
          <a:prstGeom prst="rect">
            <a:avLst/>
          </a:prstGeom>
          <a:solidFill>
            <a:srgbClr val="F4F7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36264" y="4443983"/>
            <a:ext cx="2630424" cy="38404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10月下旬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4552" y="4882896"/>
            <a:ext cx="2593848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個別シミュレーション提示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2840" y="5230368"/>
            <a:ext cx="2557272" cy="603504"/>
          </a:xfrm>
          <a:prstGeom prst="rect">
            <a:avLst/>
          </a:prstGeom>
          <a:noFill/>
        </p:spPr>
        <p:txBody>
          <a:bodyPr wrap="square" lIns="0" rIns="0" tIns="27432" bIns="2743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10月の配信実績および媒体インセンティブを試算し、貴社に最もメリットが出る特別プランを個別に作成します。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94704" y="5129783"/>
            <a:ext cx="201168" cy="274320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32448" y="4315968"/>
            <a:ext cx="2813304" cy="1901952"/>
          </a:xfrm>
          <a:prstGeom prst="rect">
            <a:avLst/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23887" y="4443983"/>
            <a:ext cx="263042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2176" y="4882896"/>
            <a:ext cx="2593848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特別プラン適用開始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0463" y="5230368"/>
            <a:ext cx="2557272" cy="603504"/>
          </a:xfrm>
          <a:prstGeom prst="rect">
            <a:avLst/>
          </a:prstGeom>
          <a:noFill/>
        </p:spPr>
        <p:txBody>
          <a:bodyPr wrap="square" lIns="0" rIns="0" tIns="27432" bIns="2743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各社様に最適化した特別プランを正式に適用します。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