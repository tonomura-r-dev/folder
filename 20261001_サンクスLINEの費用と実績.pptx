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226330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9433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999" y="1620000"/>
            <a:ext cx="6120000" cy="344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