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2904" r:id="rId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5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実績と費用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817379"/>
            <a:ext cx="9036000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弊社の運用実績と、LINEヤフー公式の導入事例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4"/>
          <p:cNvSpPr/>
          <p:nvPr/>
        </p:nvSpPr>
        <p:spPr>
          <a:xfrm>
            <a:off x="525600" y="5636153"/>
            <a:ext cx="8852400" cy="432000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7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広告のご提案とあわせて、LINEへの導線設計からご提案可能</a:t>
            </a:r>
          </a:p>
        </p:txBody>
      </p:sp>
      <p:sp>
        <p:nvSpPr>
          <p:cNvPr id="23" name="TextBox 19"/>
          <p:cNvSpPr txBox="1"/>
          <p:nvPr/>
        </p:nvSpPr>
        <p:spPr>
          <a:xfrm>
            <a:off x="525600" y="6086153"/>
            <a:ext cx="8852400" cy="288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出典：LINEヤフー for Business 導入事例（保険見直し本舗／琴平バス／アクネクリニック／UZUZ／サンマルクカフェ）</a:t>
            </a:r>
          </a:p>
        </p:txBody>
      </p:sp>
      <p:pic>
        <p:nvPicPr>
          <p:cNvPr id="24" name="実績と費用" descr="thanks_line_jissek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999" y="1494000"/>
            <a:ext cx="7200000" cy="4052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