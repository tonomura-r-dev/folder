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19.xml"/><Relationship Id="rId38" Type="http://schemas.openxmlformats.org/officeDocument/2006/relationships/slide" Target="slides/slide23.xml"/><Relationship Id="rId39" Type="http://schemas.openxmlformats.org/officeDocument/2006/relationships/slide" Target="slides/slide26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37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497760"/>
            <a:ext cx="8319744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053440" cy="23846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13984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295128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376272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139840"/>
            <a:ext cx="2424384" cy="23846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82256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636640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100320"/>
            <a:ext cx="16560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05440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775520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398145"/>
            <a:ext cx="5166720" cy="19872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457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299040"/>
            <a:ext cx="2987424" cy="13910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875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31312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1808639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3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348072"/>
            <a:ext cx="8319744" cy="36432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895200"/>
            <a:ext cx="8319744" cy="224182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93280"/>
            <a:ext cx="4040640" cy="8611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93280"/>
            <a:ext cx="4047264" cy="86112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2531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280224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38786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226400"/>
            <a:ext cx="8319744" cy="76175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3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3878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4921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2584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5000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5000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5000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57416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57416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574160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※月約17人＝サイトからの応募（月約47件）×完了画面の表示80%×友だち追加45%の想定／求人ボックス・Indeed経由の応募は完了画面を触れないため対象外／画面はイメージです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67456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612840" y="1610640"/>
          <a:ext cx="7223036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644" y="1630165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44" y="2807813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612840" y="5602320"/>
            <a:ext cx="8681472" cy="389048"/>
          </a:xfrm>
          <a:prstGeom prst="rect">
            <a:avLst/>
          </a:prstGeom>
          <a:noFill/>
        </p:spPr>
        <p:txBody>
          <a:bodyPr wrap="square" lIns="0" tIns="20736" rIns="48384" bIns="2073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サイトの改修が二度手間にならない。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399456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060800"/>
            <a:ext cx="7054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276080"/>
            <a:ext cx="705456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11月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59072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4656960"/>
            <a:ext cx="3312000" cy="19872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4656960"/>
            <a:ext cx="3742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4872240"/>
            <a:ext cx="331200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11月から構築を始め、4月のリニューアルと同時に運用を本格化することをご提案します。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27040"/>
            <a:ext cx="8319744" cy="7948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1206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スケジュール｜11月から構築、4月に運用を本格化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11月〜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5207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5207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あいさつ・リッチメニュー・配信の設計、各ツールとLINEの連携、離脱防止ポップアップの設置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2659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2659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友だちを貯める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離脱防止ポップアップなどで友だちを増やす（この期間の数字はシミュレーションに含めない）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0111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85359" y="40111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「LINEで登録」を開始。計測と配信を本格化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793680" y="47563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2085359" y="47563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177552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前提：11〜3月に貯まる友だちは含めない／サイト来訪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2990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073599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139840"/>
            <a:ext cx="1656000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073599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5704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636640"/>
            <a:ext cx="1599705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5704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0672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133440"/>
            <a:ext cx="1548101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0672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3630240"/>
            <a:ext cx="364320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040479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3630240"/>
            <a:ext cx="440496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31312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31312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08000"/>
            <a:ext cx="1872000" cy="540000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08000"/>
            <a:ext cx="1296000" cy="54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772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131999"/>
            <a:ext cx="1512000" cy="14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131999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131999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131999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3960000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3960000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3960000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4968000"/>
            <a:ext cx="83160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