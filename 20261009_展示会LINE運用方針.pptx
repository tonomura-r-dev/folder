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少ない方に広告が重なり、効率が落ちている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現状の数値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5.24（同じ方が月に5回以上、同じ広告を見ている）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15,000円以上（予約1件あたりの広告費）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なぜ効率が落ちるのか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オーディエンスが少ない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予算を使い切るため、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同じ方に繰り返し表示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予約は増えず、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CPAだけ上がる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オーディエンスの少ないエリア（例）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23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23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492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492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方針｜エリア予算を見直し、浮いた予算をLINEへ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オーディエンスに対して予算が多いエリアを削り、新規予算10〜30万円をつくる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見直しの基準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削る順番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オーディエンス数に対して予算が多いエリアから削る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銀座店 30万円 → 20万円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予算の流れ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（各エリアの予算）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見直しで浮いた予算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（全体で10〜30万円）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LINE広告（通常）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20万円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費用について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広告費の総額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変わらない（今のMeta広告の予算の中で振り替える）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23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23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20万円は全店舗の合計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LINE広告（通常）｜Metaで届いていない方に届ける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媒体を変え、Metaとは違うユーザー層に展示会を案内する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LINEの特徴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利用者数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国内の月間利用者数 1億人以上（2025年12月時点・LINEヤフー公表）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届く方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Instagram・Facebookをあまり使わない方にも届く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絞り込み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地域・年齢・性別で配信先を絞れる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400" y="2934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400" y="2883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仮の数値（月）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400" y="3225599"/>
            <a:ext cx="19232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20万円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29700" y="346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963700" y="3225599"/>
            <a:ext cx="19232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 2,000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（CPC 100円）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23000" y="346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157000" y="3225599"/>
            <a:ext cx="19232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 20件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（予約率 1.0%）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16299" y="346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350299" y="3225599"/>
            <a:ext cx="19232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予約1件あたり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10,000円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サンクスLINE｜申し込んだ方を来場まで追う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申込完了画面からLINEへ案内し、前日・当日のお知らせで来場につなげる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申込フォーム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424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808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192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65759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68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717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仮の数値（申込100件あたり）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023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LINE友だち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023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30人（友だち登録率 30%）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83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来場率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83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LINEでつながった方 50% → 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542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542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50人 → 56人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40319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39815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実績・費用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428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428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弊社運用の美容クリニックで、予約後の来院率 40〜50%改善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" y="4546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6400" y="4546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初期15万円・月額3万円〜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友だち登録後の配信と仮の数値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今の友だちとサンクスLINEで増えた友だちへ、展示会ごとに配信で案内する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配信のタイミングと内容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2400" y="1925999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概要・予約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400" y="1925999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「〇月〇日から〇〇で展示会を開催します。ご予約はこちら」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1852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2400" y="2185200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見どころ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8400" y="2185200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「今回の見どころをご紹介します」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4443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2400" y="2444399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リマインド・アクセス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8400" y="2444399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「ご来場まであと3日です。会場へのアクセスはこちら」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27036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2400" y="2703600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開催のお知らせ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8400" y="2703600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「本日開催です。お気をつけてお越しください」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29628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終了後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2400" y="2962800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お礼・次回案内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8400" y="2962800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「ご来場ありがとうございました。次回もご案内します」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400" y="3452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400" y="3401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仮の数値（月）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3707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3707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20件（LINE広告）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3967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3967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23万円（LINE広告 20万円＋サンクスLINE 3万円）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" y="4226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予約1件あたり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6400" y="4226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11,500円（現状：15,000円以上）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