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少ない方に広告が重なり、効率が落ちている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233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233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4492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4492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方針｜エリア予算を見直し、浮いた予算をLINEへ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店舗ごとに、今の広告費の中でMeta広告の一部をLINE広告に振り替える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見直しの基準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削る店舗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オーディエンス数に対して予算が多い店舗（エリア）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削る分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同じ方に何度も出ている重複表示の分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2674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2624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銀座店の例（月）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29663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Meta広告 20万円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（重複表示の分を削る）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2093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29663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LINE広告 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（浮いた分を振り替え）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37187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36683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費用について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97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97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店舗ごとの総額は変わらない（銀座店は30万円のまま）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LINE広告（通常）｜Metaで届いていない方に届ける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媒体を変え、Metaとは違うユーザー層に展示会を案内する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LINEの特徴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利用者数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1925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国内の月間利用者数 1億人以上（2025年12月時点・LINEヤフー公表）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185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届く方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185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Instagram・Facebookをあまり使わない方にも届く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400" y="2444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絞り込み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6400" y="2444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地域・年齢・性別で配信先を絞れる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400" y="2934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400" y="2883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仮の数値（銀座店・月）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4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29700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9637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 1,000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（CPC 100円）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23000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157000" y="3225599"/>
            <a:ext cx="19232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 10件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（予約率 1.0%）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16299" y="3468600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7350299" y="3225599"/>
            <a:ext cx="19232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予約1件あたり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10,000円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サンクスLINE｜申し込んだ方を来場まで追う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申込完了画面からLINEへ案内し、前日・当日のお知らせで来場につなげる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申込フォーム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424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24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7808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258080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1920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01919" y="1961999"/>
            <a:ext cx="1527840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65759" y="22319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745759" y="1961999"/>
            <a:ext cx="1527840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27683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2717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仮の数値（申込100件あたり）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3023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LINE友だち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3023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30人（友だち登録率 30%）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3283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3283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LINEでつながった方 50% → 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3542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3542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50人 → 56人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40319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39815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428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428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" y="4546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6400" y="4546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初期15万円・月額3万円〜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友だち登録後の配信と仮の数値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今の友だちとサンクスLINEで増えた友だちへ、展示会ごとに配信で案内する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70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620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配信のタイミングと内容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259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2400" y="1925999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概要・予約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400" y="1925999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「〇月〇日から〇〇で展示会を開催します。ご予約はこちら」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1852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2400" y="21852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見どころ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8400" y="21852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「今回の見どころをご紹介します」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400" y="2444399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2400" y="2444399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リマインド・アクセス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8400" y="2444399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「ご来場まであと3日です。会場へのアクセスはこちら」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27036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2400" y="27036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開催のお知らせ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8400" y="27036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「本日開催です。お気をつけてお越しください」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400" y="2962800"/>
            <a:ext cx="1152000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終了後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2400" y="2962800"/>
            <a:ext cx="201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お礼・次回案内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8400" y="2962800"/>
            <a:ext cx="5335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「ご来場ありがとうございました。次回もご案内します」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400" y="34524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0400" y="34019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仮の数値（銀座店・月）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37079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37079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30万円のまま（Meta広告 20万円＋LINE広告 10万円）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400" y="39672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6400" y="39672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10件（LINE広告から）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" y="4226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追加でかかる費用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6400" y="4226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 月額3万円〜（初期15万円）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