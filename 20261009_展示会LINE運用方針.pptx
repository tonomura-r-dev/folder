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10"/>
  </p:notesMasterIdLst>
  <p:handoutMasterIdLst>
    <p:handoutMasterId r:id="rId11"/>
  </p:handoutMasterIdLst>
  <p:sldIdLst>
    <p:sldId id="259" r:id="rId5"/>
    <p:sldId id="260" r:id="rId6"/>
    <p:sldId id="262" r:id="rId7"/>
    <p:sldId id="258" r:id="rId8"/>
    <p:sldId id="261" r:id="rId9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課題｜同じ方に広告が出すぎている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少ない方に広告が重なり、効率が落ちている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現状の数値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1925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フリークエンシー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6400" y="1925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5.24（同じ方が月に5回以上、同じ広告を見ている）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400" y="2185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6400" y="2185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15,000円以上（予約1件あたりの広告費）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400" y="2674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400" y="2624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なぜ効率が落ちるのか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400" y="2966399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オーディエンスが少ない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60799" y="3209399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94799" y="2966399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予算を使い切るため、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同じ方に繰り返し表示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85199" y="3209399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19199" y="2966399"/>
            <a:ext cx="2654399" cy="486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予約は増えず、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CPAだけ上がる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400" y="3718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400" y="3668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オーディエンスの少ないエリア（例）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400" y="3974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三鷹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6400" y="3974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10,700〜12,600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0" y="42335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高松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6400" y="42335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上限25,000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400" y="44927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6400" y="44927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4,400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方針｜エリア予算を見直し、浮いた予算をLINEへ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オーディエンスに対して予算が多いエリアを削り、新規予算10〜30万円をつくる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見直しの基準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1925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削る順番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6400" y="1925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オーディエンス数に対して予算が多いエリアから削る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400" y="2185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6400" y="2185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銀座店 30万円 → 20万円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400" y="2674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400" y="2624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予算の流れ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400" y="2966399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Meta広告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（各エリアの予算）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60799" y="3209399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94799" y="2966399"/>
            <a:ext cx="26543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見直しで浮いた予算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（全体で10〜30万円）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85199" y="3209399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619199" y="2966399"/>
            <a:ext cx="2654399" cy="486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LINE広告（通常）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400" y="37187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400" y="36683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費用について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400" y="3974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広告費の総額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6400" y="3974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変わらない（今のMeta広告の予算の中で振り替える）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0" y="42335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LINE広告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6400" y="42335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20万円は全店舗の合計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LINE広告（通常）｜Metaで届いていない方に届ける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媒体を変え、Metaとは違うユーザー層に展示会を案内する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LINEの特徴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1925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利用者数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6400" y="1925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国内の月間利用者数 1億人以上（2025年12月時点・LINEヤフー公表）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400" y="2185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届く方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6400" y="2185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Instagram・Facebookをあまり使わない方にも届く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400" y="2444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絞り込み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6400" y="2444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地域・年齢・性別で配信先を絞れる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400" y="29340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400" y="28836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仮の数値（月）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0400" y="3225599"/>
            <a:ext cx="19232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20万円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29700" y="3468600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963700" y="3225599"/>
            <a:ext cx="19232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 2,000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（CPC 100円）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23000" y="3468600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157000" y="3225599"/>
            <a:ext cx="1923299" cy="4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 20件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（予約率 1.0%）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16299" y="3468600"/>
            <a:ext cx="198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350299" y="3225599"/>
            <a:ext cx="1923299" cy="486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予約1件あたり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10,000円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サンクスLINE｜申し込んだ方を来場まで追う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申込完了画面からLINEへ案内し、前日・当日のお知らせで来場につなげる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流れ</a:t>
            </a:r>
          </a:p>
        </p:txBody>
      </p:sp>
      <p:sp>
        <p:nvSpPr>
          <p:cNvPr id="8" name="Rectangle 7"/>
          <p:cNvSpPr/>
          <p:nvPr/>
        </p:nvSpPr>
        <p:spPr>
          <a:xfrm>
            <a:off x="770400" y="1961999"/>
            <a:ext cx="152784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申込フォーム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4240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4240" y="1961999"/>
            <a:ext cx="152784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申込完了画面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78080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58080" y="1961999"/>
            <a:ext cx="152784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21920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001919" y="1961999"/>
            <a:ext cx="1527840" cy="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前日・当日の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お知らせ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65759" y="2231999"/>
            <a:ext cx="1440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45759" y="1961999"/>
            <a:ext cx="1527840" cy="540000"/>
          </a:xfrm>
          <a:prstGeom prst="rect">
            <a:avLst/>
          </a:prstGeom>
          <a:solidFill>
            <a:srgbClr val="1F285A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18000" rIns="3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400" y="27683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400" y="27179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仮の数値（申込100件あたり）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400" y="3023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LINE友だち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6400" y="3023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30人（友だち登録率 30%）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400" y="32831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来場率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6400" y="32831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LINEでつながった方 50% → 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0" y="3542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6400" y="3542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50人 → 56人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400" y="4031999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400" y="39815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実績・費用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400" y="42875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実績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6400" y="42875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弊社運用の美容クリニックで、予約後の来院率 40〜50%改善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400" y="45468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6400" y="45468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初期15万円・月額3万円〜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友だち登録後の配信と仮の数値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400" y="817200"/>
            <a:ext cx="9111600" cy="3456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今の友だちとサンクスLINEで増えた友だちへ、展示会ごとに配信で案内する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670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620000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配信のタイミングと内容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400" y="1925999"/>
            <a:ext cx="1152000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登録直後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2400" y="1925999"/>
            <a:ext cx="201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概要・予約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8400" y="1925999"/>
            <a:ext cx="5335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「〇月〇日から〇〇で展示会を開催します。ご予約はこちら」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400" y="2185200"/>
            <a:ext cx="1152000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2400" y="2185200"/>
            <a:ext cx="201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見どころ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8400" y="2185200"/>
            <a:ext cx="5335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「今回の見どころをご紹介します」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400" y="2444399"/>
            <a:ext cx="1152000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3日前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2400" y="2444399"/>
            <a:ext cx="201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リマインド・アクセス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8400" y="2444399"/>
            <a:ext cx="5335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「ご来場まであと3日です。会場へのアクセスはこちら」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400" y="2703600"/>
            <a:ext cx="1152000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2400" y="2703600"/>
            <a:ext cx="201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開催のお知らせ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8400" y="2703600"/>
            <a:ext cx="5335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「本日開催です。お気をつけてお越しください」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400" y="2962800"/>
            <a:ext cx="1152000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終了後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2400" y="2962800"/>
            <a:ext cx="201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お礼・次回案内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8400" y="2962800"/>
            <a:ext cx="5335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「ご来場ありがとうございました。次回もご案内します」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400" y="3452400"/>
            <a:ext cx="540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400" y="3401999"/>
            <a:ext cx="8503200" cy="288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仮の数値（月）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400" y="37079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6400" y="37079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26件（LINE広告 20件＋今の友だちへの配信 6件）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400" y="3967200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6400" y="3967200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23万円（LINE広告 20万円＋サンクスLINE 3万円）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400" y="4226399"/>
            <a:ext cx="16559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予約1件あたり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6400" y="4226399"/>
            <a:ext cx="6847199" cy="2592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8,846円（現状：15,000円以上）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400" y="4557599"/>
            <a:ext cx="8629200" cy="216000"/>
          </a:xfrm>
          <a:prstGeom prst="rect">
            <a:avLst/>
          </a:prstGeom>
          <a:noFill/>
        </p:spPr>
        <p:txBody>
          <a:bodyPr wrap="square" anchor="t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※今の友だちへの配信は、仮に友だち3,000人・クリック率20%・予約率1.0%で計算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143371</TotalTime>
  <Words>576</Words>
  <Application>Microsoft Office PowerPoint</Application>
  <PresentationFormat>A4 210 x 297 mm</PresentationFormat>
  <Paragraphs>191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4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2026-10-08T09:10:34Z</dcterms:modified>
</cp:coreProperties>
</file>