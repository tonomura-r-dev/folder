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9" r:id="rId5"/>
    <p:sldId id="260" r:id="rId6"/>
    <p:sldId id="262" r:id="rId7"/>
    <p:sldId id="258" r:id="rId8"/>
    <p:sldId id="261" r:id="rId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課題｜同じ方に広告が出すぎている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少ない方に広告が重なり、効率が落ちている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4400" y="1728000"/>
            <a:ext cx="19440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フリークエンシー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8400" y="1728000"/>
            <a:ext cx="66852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5.24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400" y="2070000"/>
            <a:ext cx="19440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8400" y="2070000"/>
            <a:ext cx="66852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15,000円以上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400" y="2627999"/>
            <a:ext cx="8629200" cy="36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オーディエンスの少ないエリアに予算が多い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400" y="3060000"/>
            <a:ext cx="19440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三鷹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8400" y="3060000"/>
            <a:ext cx="66852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10,700〜12,600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400" y="3401999"/>
            <a:ext cx="19440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高松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8400" y="3401999"/>
            <a:ext cx="66852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上限25,000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400" y="3744000"/>
            <a:ext cx="19440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日向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8400" y="3744000"/>
            <a:ext cx="66852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4,400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方針｜エリア予算を見直し、浮いた予算をLINEへ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オーディエンスに対して予算が多いエリアを削り、新規予算10〜30万円をつくる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4400" y="1728000"/>
            <a:ext cx="19440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8400" y="1728000"/>
            <a:ext cx="66852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銀座店 30万円 → 20万円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400" y="2070000"/>
            <a:ext cx="19440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使い道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8400" y="2070000"/>
            <a:ext cx="66852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LINE広告（通常）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LINE広告（通常）｜Metaで届いていない方に届ける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媒体を変え、Metaとは違うユーザー層に展示会を案内する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4400" y="1728000"/>
            <a:ext cx="19440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8400" y="1728000"/>
            <a:ext cx="66852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仮に予算20万円 → クリック2,000 → 予約20件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400" y="2070000"/>
            <a:ext cx="19440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予約1件あたり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8400" y="2070000"/>
            <a:ext cx="66852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10,000円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サンクスLINE｜申し込んだ方を来場まで追う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申込完了画面からLINEへ案内し、前日・当日のお知らせで来場につなげる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4400" y="1728000"/>
            <a:ext cx="19440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来場率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8400" y="1728000"/>
            <a:ext cx="66852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仮に 50% → 70%（申込100件あたり 来場50 → 70人）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400" y="2070000"/>
            <a:ext cx="19440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8400" y="2070000"/>
            <a:ext cx="66852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初期15万円・月額3万円〜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友だち登録後の配信と仮の数値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今の友だちとサンクスLINEで増えた友だちへ、展示会ごとに配信で案内する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4400" y="1728000"/>
            <a:ext cx="19440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登録直後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8400" y="1728000"/>
            <a:ext cx="66852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概要・予約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400" y="2070000"/>
            <a:ext cx="19440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2週間前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8400" y="2070000"/>
            <a:ext cx="66852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見どころ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400" y="2411999"/>
            <a:ext cx="19440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3日前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88400" y="2411999"/>
            <a:ext cx="66852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リマインド・アクセス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400" y="2754000"/>
            <a:ext cx="19440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8400" y="2754000"/>
            <a:ext cx="66852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開催のお知らせ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400" y="3096000"/>
            <a:ext cx="19440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終了後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88400" y="3096000"/>
            <a:ext cx="66852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お礼・次回案内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400" y="3654000"/>
            <a:ext cx="19440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88400" y="3654000"/>
            <a:ext cx="66852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仮に 26件／月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400" y="3996000"/>
            <a:ext cx="19440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予約1件あたり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8400" y="3996000"/>
            <a:ext cx="6685200" cy="34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8,846円（現状：15,000円以上）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