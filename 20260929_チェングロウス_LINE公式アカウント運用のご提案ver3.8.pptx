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19" r:id="rId41"/>
    <p:sldId id="3020" r:id="rId42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3238"/>
            <a:ext cx="2053440" cy="291310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21323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3204503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419576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213238"/>
            <a:ext cx="2424384" cy="2913106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490482"/>
            <a:ext cx="8319744" cy="48551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752051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283054"/>
            <a:ext cx="1656000" cy="30343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520854"/>
            <a:ext cx="8319744" cy="455145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928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2067314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982930"/>
            <a:ext cx="8319744" cy="4554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この3つは、サイトに「条件別の検索結果ページ」と「LINEとの会員連携」があれば再現可能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03819"/>
            <a:ext cx="261648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トーク画面の下に常にあるので、探したいときにいつでも使える。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203819"/>
            <a:ext cx="261648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条件のカードをタップしてもらい、興味を聞く。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203819"/>
            <a:ext cx="261648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探す手間がなく、応募はサイト側で行う。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4320000"/>
            <a:ext cx="8319744" cy="243171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608000"/>
            <a:ext cx="4040640" cy="115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608000"/>
            <a:ext cx="4047264" cy="1152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868000"/>
            <a:ext cx="8319744" cy="431106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933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0220"/>
            <a:ext cx="3941280" cy="207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309618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933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210220"/>
            <a:ext cx="3941280" cy="207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・登録と同じ画面で、友だち追加もご案内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44375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839120"/>
            <a:ext cx="8319744" cy="9521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7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7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4166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5209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38068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76291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76291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1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8852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626742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626742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1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638971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92800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56905"/>
            <a:ext cx="1872000" cy="62150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56905"/>
            <a:ext cx="1296000" cy="621509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95132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365659"/>
            <a:ext cx="1512000" cy="1657358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365659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365659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365659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4318641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4318641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4318641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5478792"/>
            <a:ext cx="8316000" cy="49720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6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②効率改善｜ステップ配信の中身（全10通の例）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 あいさつ（職種を聞く）、1日後からは ステップ配信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72000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2988000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4"/>
          <p:cNvSpPr/>
          <p:nvPr/>
        </p:nvSpPr>
        <p:spPr>
          <a:xfrm>
            <a:off x="792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職種を聞く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2160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3528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4895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ご案内①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6263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792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4"/>
          <p:cNvSpPr/>
          <p:nvPr/>
        </p:nvSpPr>
        <p:spPr>
          <a:xfrm>
            <a:off x="2160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3528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4"/>
          <p:cNvSpPr/>
          <p:nvPr/>
        </p:nvSpPr>
        <p:spPr>
          <a:xfrm>
            <a:off x="4895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6263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ご案内②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17619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9398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42296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751940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17619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9398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9398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9398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42296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42296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42296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751940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751940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751940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友だち・会員・クリックの履歴は始めた日から蓄積。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半年で約540人の友だちに（弊社シミュレーション）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作り直しを避ける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会員登録のLINE化をリニューアルの要件に入れれば、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サイトの二度手間を避けられる。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4340538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411732"/>
            <a:ext cx="7054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643115"/>
            <a:ext cx="705456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981289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5052484"/>
            <a:ext cx="3312000" cy="213583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5052484"/>
            <a:ext cx="3742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5283866"/>
            <a:ext cx="331200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868000"/>
            <a:ext cx="8319744" cy="42716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84416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84416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会員名簿にLINEの情報を保存し、職種・地域・資格で選んで配信できるようにする。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84416"/>
            <a:ext cx="261648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職種×地域×資格ごとのURLを用意し、リッチメニューや配信からそのまま開けるようにする。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644000"/>
            <a:ext cx="8319744" cy="100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5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4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760000"/>
            <a:ext cx="8319744" cy="446068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203220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930482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8165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533592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156398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239200"/>
            <a:ext cx="1656000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156398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777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860200"/>
            <a:ext cx="1599705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777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398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481200"/>
            <a:ext cx="1548101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398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102200"/>
            <a:ext cx="364320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293950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4102200"/>
            <a:ext cx="440496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534420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928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②効率改善｜動線00「離脱防止」から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764000"/>
          <a:ext cx="8316000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221回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②効率改善｜動線01「LINEで登録」・動線02「サンクスLINE」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764000"/>
          <a:ext cx="8316000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