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7"/>
  </p:notesMasterIdLst>
  <p:handoutMasterIdLst>
    <p:handoutMasterId r:id="rId8"/>
  </p:handoutMasterIdLst>
  <p:sldIdLst>
    <p:sldId id="2990" r:id="rId3"/>
    <p:sldId id="2762" r:id="rId4"/>
    <p:sldId id="2962" r:id="rId5"/>
    <p:sldId id="2937" r:id="rId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323366"/>
                </a:solidFill>
                <a:latin typeface="メイリオ"/>
              </a:rPr>
              <a:t>　</a:t>
            </a:r>
            <a:r>
              <a:rPr sz="1600" b="1" dirty="0" err="1">
                <a:solidFill>
                  <a:srgbClr val="323366"/>
                </a:solidFill>
                <a:latin typeface="メイリオ"/>
              </a:rPr>
              <a:t>新規①動線</a:t>
            </a:r>
            <a:endParaRPr sz="1600" b="1" dirty="0">
              <a:solidFill>
                <a:srgbClr val="323366"/>
              </a:solidFill>
              <a:latin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87600"/>
            <a:ext cx="90432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</a:rPr>
              <a:t>応募完了画面から、希望条件を送るだけでLINE追加につなげる。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548000"/>
          <a:ext cx="90432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箇所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訴求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到達点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応募完了画面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希望条件を送るだけで合う新着求人が届く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LINE追加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2000" y="2520000"/>
            <a:ext cx="90432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23366"/>
                </a:solidFill>
                <a:latin typeface="メイリオ"/>
              </a:rPr>
              <a:t>新しく集めるのではなく、いま取れている応募者をLINEに載せ替える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323366"/>
                </a:solidFill>
                <a:latin typeface="メイリオ"/>
              </a:rPr>
              <a:t>　</a:t>
            </a:r>
            <a:r>
              <a:rPr sz="1600" b="1" dirty="0" err="1">
                <a:solidFill>
                  <a:srgbClr val="323366"/>
                </a:solidFill>
                <a:latin typeface="メイリオ"/>
              </a:rPr>
              <a:t>新規②効率改善（配信の効果算出</a:t>
            </a:r>
            <a:r>
              <a:rPr sz="1600" b="1" dirty="0">
                <a:solidFill>
                  <a:srgbClr val="323366"/>
                </a:solidFill>
                <a:latin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87600"/>
            <a:ext cx="90432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</a:rPr>
              <a:t>配信ごとに「対象→訴求→開封率×クリック率×CVR→件数」を一本の式で示す。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548000"/>
          <a:ext cx="9043199" cy="36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</a:rPr>
                        <a:t>区分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</a:rPr>
                        <a:t>対象（想定数）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</a:rPr>
                        <a:t>訴求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</a:rPr>
                        <a:t>計算式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</a:rPr>
                        <a:t>件数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ステップ配信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Day0後｜応募直後の全員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条件5問の回答直後に合う求人3件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Day7後｜Day0未反応者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今週の新着まとめ＋条件を変える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満了2週間前｜契約満了が近い人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条件に合う新着を先回り案内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企画配信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派遣希望者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派遣の新着求人まとめ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バイト希望者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バイトの新着求人まとめ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12月・仕込み期の友だち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年明けからの先行受付案内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契約満了が近い人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更新前の住み替え提案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開封率×クリック率×CVR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23366"/>
                          </a:solidFill>
                          <a:latin typeface="メイリオ"/>
                        </a:rPr>
                        <a:t>○件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323366"/>
                </a:solidFill>
                <a:latin typeface="メイリオ"/>
              </a:rPr>
              <a:t>　</a:t>
            </a:r>
            <a:r>
              <a:rPr sz="1600" b="1" dirty="0" err="1">
                <a:solidFill>
                  <a:srgbClr val="323366"/>
                </a:solidFill>
                <a:latin typeface="メイリオ"/>
              </a:rPr>
              <a:t>新規③満足度改善（ユーザ</a:t>
            </a:r>
            <a:r>
              <a:rPr sz="1600" b="1" dirty="0">
                <a:solidFill>
                  <a:srgbClr val="323366"/>
                </a:solidFill>
                <a:latin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87600"/>
            <a:ext cx="90432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</a:rPr>
              <a:t>求人を届けるだけでなく、困ったときに自己解決できる導線も用意する。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548000"/>
          <a:ext cx="90432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区分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内容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QA自動化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リッチメニュー「よくある質問」で自動応答。24時間、待たせない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個別チャット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自動応答で解決しない相談は、有人対応（Chat Plus／Call Plus・別途費用）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その他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「条件を変更する」「通知を止める」で自己解決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2000" y="3096000"/>
            <a:ext cx="90432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23366"/>
                </a:solidFill>
                <a:latin typeface="メイリオ"/>
              </a:rPr>
              <a:t>困ったときに自分で解決できるほど、ブロックされずに残る</a:t>
            </a:r>
          </a:p>
        </p:txBody>
      </p:sp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323366"/>
                </a:solidFill>
                <a:latin typeface="メイリオ"/>
              </a:rPr>
              <a:t>　</a:t>
            </a:r>
            <a:r>
              <a:rPr sz="1600" b="1" dirty="0" err="1">
                <a:solidFill>
                  <a:srgbClr val="323366"/>
                </a:solidFill>
                <a:latin typeface="メイリオ"/>
              </a:rPr>
              <a:t>新規④効率改善（管理側</a:t>
            </a:r>
            <a:r>
              <a:rPr sz="1600" b="1" dirty="0">
                <a:solidFill>
                  <a:srgbClr val="323366"/>
                </a:solidFill>
                <a:latin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87600"/>
            <a:ext cx="90432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</a:rPr>
              <a:t>人手を増やさずに、応募直後の初動と日々の振り返りを回す。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548000"/>
          <a:ext cx="9043200" cy="11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区分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内容</a:t>
                      </a:r>
                    </a:p>
                  </a:txBody>
                  <a:tcPr marL="76200" marR="76200" marT="25400" marB="25400" anchor="ctr"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自動応答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応募直後5分以内に、あいさつ＋条件5問を自動送信。夜間・繁忙期でも初動の速度が落ちない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その他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23366"/>
                          </a:solidFill>
                          <a:latin typeface="メイリオ"/>
                        </a:rPr>
                        <a:t>GAレポート連携で、友だち数・応募率・面接実施率を毎月数値で振り返り、運用工数を削減</a:t>
                      </a:r>
                    </a:p>
                  </a:txBody>
                  <a:tcPr marL="76200" marR="76200" marT="25400" marB="254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2000" y="2736000"/>
            <a:ext cx="90432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23366"/>
                </a:solidFill>
                <a:latin typeface="メイリオ"/>
              </a:rPr>
              <a:t>増員ではなく自動化で、応募直後の初動速度を守る</a:t>
            </a: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141781</TotalTime>
  <Words>227</Words>
  <Application>Microsoft Office PowerPoint</Application>
  <PresentationFormat>A4 210 x 297 mm</PresentationFormat>
  <Paragraphs>66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1927</cp:revision>
  <cp:lastPrinted>2022-11-01T11:38:14Z</cp:lastPrinted>
  <dcterms:created xsi:type="dcterms:W3CDTF">2015-09-04T09:21:15Z</dcterms:created>
  <dcterms:modified xsi:type="dcterms:W3CDTF">2026-09-15T10:11:45Z</dcterms:modified>
</cp:coreProperties>
</file>