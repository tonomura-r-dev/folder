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2731"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2639" r:id="rId37"/>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jpe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png"/><Relationship Id="rId10" Type="http://schemas.openxmlformats.org/officeDocument/2006/relationships/image" Target="../media/image50.jpeg"/><Relationship Id="rId4" Type="http://schemas.openxmlformats.org/officeDocument/2006/relationships/image" Target="../media/image44.png"/><Relationship Id="rId9"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3.emf"/><Relationship Id="rId7" Type="http://schemas.openxmlformats.org/officeDocument/2006/relationships/image" Target="../media/image57.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Tree>
    <p:extLst>
      <p:ext uri="{BB962C8B-B14F-4D97-AF65-F5344CB8AC3E}">
        <p14:creationId xmlns:p14="http://schemas.microsoft.com/office/powerpoint/2010/main" val="149433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あああああああああああああああ</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3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流入量・</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a:t>
            </a:r>
            <a:r>
              <a:rPr lang="en-US" altLang="ja-JP" sz="1300" b="1" dirty="0">
                <a:solidFill>
                  <a:srgbClr val="4A6FA5"/>
                </a:solidFill>
                <a:latin typeface="メイリオ"/>
                <a:ea typeface="メイリオ"/>
                <a:cs typeface="メイリオ"/>
              </a:rPr>
              <a:t>CV</a:t>
            </a:r>
            <a:r>
              <a:rPr lang="ja-JP" altLang="en-US" sz="1300" b="1" dirty="0">
                <a:solidFill>
                  <a:srgbClr val="4A6FA5"/>
                </a:solidFill>
                <a:latin typeface="メイリオ"/>
                <a:ea typeface="メイリオ"/>
                <a:cs typeface="メイリオ"/>
              </a:rPr>
              <a:t>地点から、</a:t>
            </a:r>
            <a:r>
              <a:rPr lang="en-US" altLang="ja-JP" sz="1300" b="1" dirty="0">
                <a:solidFill>
                  <a:srgbClr val="4A6FA5"/>
                </a:solidFill>
                <a:latin typeface="メイリオ"/>
                <a:ea typeface="メイリオ"/>
                <a:cs typeface="メイリオ"/>
              </a:rPr>
              <a:t>LINE</a:t>
            </a:r>
            <a:r>
              <a:rPr lang="ja-JP" altLang="en-US" sz="1300" b="1" dirty="0">
                <a:solidFill>
                  <a:srgbClr val="4A6FA5"/>
                </a:solidFill>
                <a:latin typeface="メイリオ"/>
                <a:ea typeface="メイリオ"/>
                <a:cs typeface="メイリオ"/>
              </a:rPr>
              <a:t>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145136</TotalTime>
  <Words>3617</Words>
  <Application>Microsoft Office PowerPoint</Application>
  <PresentationFormat>A4 210 x 297 mm</PresentationFormat>
  <Paragraphs>837</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1978</cp:revision>
  <cp:lastPrinted>2022-11-01T11:38:14Z</cp:lastPrinted>
  <dcterms:created xsi:type="dcterms:W3CDTF">2015-09-04T09:21:15Z</dcterms:created>
  <dcterms:modified xsi:type="dcterms:W3CDTF">2026-10-22T06:25:20Z</dcterms:modified>
</cp:coreProperties>
</file>