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18" r:id="rId1"/>
  </p:sldMasterIdLst>
  <p:notesMasterIdLst>
    <p:notesMasterId r:id="rId4"/>
  </p:notesMasterIdLst>
  <p:handoutMasterIdLst>
    <p:handoutMasterId r:id="rId5"/>
  </p:handoutMasterIdLst>
  <p:sldIdLst>
    <p:sldId id="761" r:id="rId2"/>
    <p:sldId id="762" r:id="rId3"/>
  </p:sldIdLst>
  <p:sldSz cx="9906000" cy="6858000" type="A4"/>
  <p:notesSz cx="6799263" cy="99298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D9F1"/>
    <a:srgbClr val="4F81BD"/>
    <a:srgbClr val="558ED5"/>
    <a:srgbClr val="1F497D"/>
    <a:srgbClr val="FF0033"/>
    <a:srgbClr val="FFECEF"/>
    <a:srgbClr val="06C755"/>
    <a:srgbClr val="E6F9EE"/>
    <a:srgbClr val="00003E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42" autoAdjust="0"/>
  </p:normalViewPr>
  <p:slideViewPr>
    <p:cSldViewPr showGuides="1">
      <p:cViewPr varScale="1">
        <p:scale>
          <a:sx n="70" d="100"/>
          <a:sy n="70" d="100"/>
        </p:scale>
        <p:origin x="1036" y="4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-131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2" d="100"/>
          <a:sy n="82" d="100"/>
        </p:scale>
        <p:origin x="3956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4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#3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E3F613-9D79-4E12-BAA8-ACC6DAD489F2}" type="doc">
      <dgm:prSet loTypeId="urn:microsoft.com/office/officeart/2005/8/layout/pyramid3" loCatId="pyramid" qsTypeId="urn:microsoft.com/office/officeart/2005/8/quickstyle/simple1#4" qsCatId="simple" csTypeId="urn:microsoft.com/office/officeart/2005/8/colors/colorful5#4" csCatId="colorful" phldr="1"/>
      <dgm:spPr/>
    </dgm:pt>
    <dgm:pt modelId="{DA6B1852-C691-428D-A811-8860E5E3B2A7}">
      <dgm:prSet phldrT="[テキスト]" custT="1"/>
      <dgm:spPr>
        <a:solidFill>
          <a:schemeClr val="tx2">
            <a:lumMod val="20000"/>
            <a:lumOff val="80000"/>
          </a:schemeClr>
        </a:solidFill>
        <a:ln>
          <a:solidFill>
            <a:schemeClr val="tx2"/>
          </a:solidFill>
        </a:ln>
      </dgm:spPr>
      <dgm:t>
        <a:bodyPr/>
        <a:lstStyle/>
        <a:p>
          <a:r>
            <a:rPr kumimoji="1" lang="ja-JP" altLang="en-US" sz="8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認知</a:t>
          </a:r>
        </a:p>
      </dgm:t>
    </dgm:pt>
    <dgm:pt modelId="{BF1B4D8A-6D42-4545-8418-E3A7D6320547}" type="parTrans" cxnId="{30E106D7-FFE1-4904-8EEA-549AA0A9751C}">
      <dgm:prSet/>
      <dgm:spPr/>
      <dgm:t>
        <a:bodyPr/>
        <a:lstStyle/>
        <a:p>
          <a:endParaRPr kumimoji="1" lang="ja-JP" altLang="en-US" sz="8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1A1AC929-CF10-46C2-8451-E7F602BD035B}" type="sibTrans" cxnId="{30E106D7-FFE1-4904-8EEA-549AA0A9751C}">
      <dgm:prSet/>
      <dgm:spPr/>
      <dgm:t>
        <a:bodyPr/>
        <a:lstStyle/>
        <a:p>
          <a:endParaRPr kumimoji="1" lang="ja-JP" altLang="en-US" sz="8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FBD67ADE-8F44-46B6-9ACE-0A94B357FEC4}">
      <dgm:prSet phldrT="[テキスト]" custT="1"/>
      <dgm:spPr>
        <a:solidFill>
          <a:schemeClr val="tx2">
            <a:lumMod val="40000"/>
            <a:lumOff val="60000"/>
          </a:schemeClr>
        </a:solidFill>
        <a:ln>
          <a:solidFill>
            <a:schemeClr val="tx2"/>
          </a:solidFill>
        </a:ln>
      </dgm:spPr>
      <dgm:t>
        <a:bodyPr/>
        <a:lstStyle/>
        <a:p>
          <a:r>
            <a:rPr kumimoji="1" lang="ja-JP" altLang="en-US" sz="800" dirty="0">
              <a:latin typeface="Meiryo UI" panose="020B0604030504040204" pitchFamily="50" charset="-128"/>
              <a:ea typeface="Meiryo UI" panose="020B0604030504040204" pitchFamily="50" charset="-128"/>
            </a:rPr>
            <a:t>検討</a:t>
          </a:r>
        </a:p>
      </dgm:t>
    </dgm:pt>
    <dgm:pt modelId="{68BB1780-63EF-4B0C-9D7A-F907CBA19032}" type="parTrans" cxnId="{315E4672-BB05-4C59-AAAC-1B029B5B2255}">
      <dgm:prSet/>
      <dgm:spPr/>
      <dgm:t>
        <a:bodyPr/>
        <a:lstStyle/>
        <a:p>
          <a:endParaRPr kumimoji="1" lang="ja-JP" altLang="en-US" sz="8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8A4C25F8-45C5-40D1-B614-4801E03FADDE}" type="sibTrans" cxnId="{315E4672-BB05-4C59-AAAC-1B029B5B2255}">
      <dgm:prSet/>
      <dgm:spPr/>
      <dgm:t>
        <a:bodyPr/>
        <a:lstStyle/>
        <a:p>
          <a:endParaRPr kumimoji="1" lang="ja-JP" altLang="en-US" sz="8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3815C9C8-FF61-4CE0-BC38-ECC38B5F5159}">
      <dgm:prSet phldrT="[テキスト]" custT="1"/>
      <dgm:spPr>
        <a:solidFill>
          <a:schemeClr val="tx2">
            <a:lumMod val="60000"/>
            <a:lumOff val="40000"/>
          </a:schemeClr>
        </a:solidFill>
        <a:ln>
          <a:solidFill>
            <a:schemeClr val="tx2"/>
          </a:solidFill>
          <a:prstDash val="solid"/>
        </a:ln>
      </dgm:spPr>
      <dgm:t>
        <a:bodyPr/>
        <a:lstStyle/>
        <a:p>
          <a:r>
            <a:rPr kumimoji="1" lang="ja-JP" altLang="en-US" sz="800" dirty="0">
              <a:latin typeface="Meiryo UI" panose="020B0604030504040204" pitchFamily="50" charset="-128"/>
              <a:ea typeface="Meiryo UI" panose="020B0604030504040204" pitchFamily="50" charset="-128"/>
            </a:rPr>
            <a:t>獲得</a:t>
          </a:r>
        </a:p>
      </dgm:t>
    </dgm:pt>
    <dgm:pt modelId="{CB5A4D3D-A846-46A6-B1A7-D022CB45CAC5}" type="sibTrans" cxnId="{7E82F4F4-8751-4EFE-86F3-4F7FD773BEF0}">
      <dgm:prSet/>
      <dgm:spPr/>
      <dgm:t>
        <a:bodyPr/>
        <a:lstStyle/>
        <a:p>
          <a:endParaRPr kumimoji="1" lang="ja-JP" altLang="en-US" sz="8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44DDD4BA-1DEA-433C-93E5-87C980C04C37}" type="parTrans" cxnId="{7E82F4F4-8751-4EFE-86F3-4F7FD773BEF0}">
      <dgm:prSet/>
      <dgm:spPr/>
      <dgm:t>
        <a:bodyPr/>
        <a:lstStyle/>
        <a:p>
          <a:endParaRPr kumimoji="1" lang="ja-JP" altLang="en-US" sz="8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52E5737E-99EC-4FF7-BD26-B3A0328D5C59}" type="pres">
      <dgm:prSet presAssocID="{10E3F613-9D79-4E12-BAA8-ACC6DAD489F2}" presName="Name0" presStyleCnt="0">
        <dgm:presLayoutVars>
          <dgm:dir/>
          <dgm:animLvl val="lvl"/>
          <dgm:resizeHandles val="exact"/>
        </dgm:presLayoutVars>
      </dgm:prSet>
      <dgm:spPr/>
    </dgm:pt>
    <dgm:pt modelId="{30284D9E-7274-4A14-BA0D-65CF8A7CD6E5}" type="pres">
      <dgm:prSet presAssocID="{DA6B1852-C691-428D-A811-8860E5E3B2A7}" presName="Name8" presStyleCnt="0"/>
      <dgm:spPr/>
    </dgm:pt>
    <dgm:pt modelId="{93E1E5AB-6C3B-4B67-BDD8-437DE1E0EC79}" type="pres">
      <dgm:prSet presAssocID="{DA6B1852-C691-428D-A811-8860E5E3B2A7}" presName="level" presStyleLbl="node1" presStyleIdx="0" presStyleCnt="3" custLinFactY="-61767" custLinFactNeighborX="0" custLinFactNeighborY="-100000">
        <dgm:presLayoutVars>
          <dgm:chMax val="1"/>
          <dgm:bulletEnabled val="1"/>
        </dgm:presLayoutVars>
      </dgm:prSet>
      <dgm:spPr/>
    </dgm:pt>
    <dgm:pt modelId="{43D722C1-2BFB-46C0-BC3F-23478CFB543E}" type="pres">
      <dgm:prSet presAssocID="{DA6B1852-C691-428D-A811-8860E5E3B2A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1D64E67-D630-4D0B-986F-1C5FA78063F9}" type="pres">
      <dgm:prSet presAssocID="{FBD67ADE-8F44-46B6-9ACE-0A94B357FEC4}" presName="Name8" presStyleCnt="0"/>
      <dgm:spPr/>
    </dgm:pt>
    <dgm:pt modelId="{A068BCD1-FF16-4C2F-8C8A-77AD9453FA43}" type="pres">
      <dgm:prSet presAssocID="{FBD67ADE-8F44-46B6-9ACE-0A94B357FEC4}" presName="level" presStyleLbl="node1" presStyleIdx="1" presStyleCnt="3">
        <dgm:presLayoutVars>
          <dgm:chMax val="1"/>
          <dgm:bulletEnabled val="1"/>
        </dgm:presLayoutVars>
      </dgm:prSet>
      <dgm:spPr/>
    </dgm:pt>
    <dgm:pt modelId="{AD3B46F4-90DE-4C24-87C5-688C7652E867}" type="pres">
      <dgm:prSet presAssocID="{FBD67ADE-8F44-46B6-9ACE-0A94B357FEC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4F41BAB-3FC7-4B31-A46A-9035BC91B0C7}" type="pres">
      <dgm:prSet presAssocID="{3815C9C8-FF61-4CE0-BC38-ECC38B5F5159}" presName="Name8" presStyleCnt="0"/>
      <dgm:spPr/>
    </dgm:pt>
    <dgm:pt modelId="{80503AEC-DCAD-415C-87B0-8F7263CDB933}" type="pres">
      <dgm:prSet presAssocID="{3815C9C8-FF61-4CE0-BC38-ECC38B5F5159}" presName="level" presStyleLbl="node1" presStyleIdx="2" presStyleCnt="3">
        <dgm:presLayoutVars>
          <dgm:chMax val="1"/>
          <dgm:bulletEnabled val="1"/>
        </dgm:presLayoutVars>
      </dgm:prSet>
      <dgm:spPr/>
    </dgm:pt>
    <dgm:pt modelId="{74B94E17-1357-40DE-9DCE-BE934A774DEB}" type="pres">
      <dgm:prSet presAssocID="{3815C9C8-FF61-4CE0-BC38-ECC38B5F5159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FEC8B113-B847-4B63-8A22-DA285E7DBBE4}" type="presOf" srcId="{DA6B1852-C691-428D-A811-8860E5E3B2A7}" destId="{93E1E5AB-6C3B-4B67-BDD8-437DE1E0EC79}" srcOrd="0" destOrd="0" presId="urn:microsoft.com/office/officeart/2005/8/layout/pyramid3"/>
    <dgm:cxn modelId="{A55AEA29-B3C3-4D5D-8CF0-ECF4B6F82E46}" type="presOf" srcId="{3815C9C8-FF61-4CE0-BC38-ECC38B5F5159}" destId="{80503AEC-DCAD-415C-87B0-8F7263CDB933}" srcOrd="0" destOrd="0" presId="urn:microsoft.com/office/officeart/2005/8/layout/pyramid3"/>
    <dgm:cxn modelId="{315E4672-BB05-4C59-AAAC-1B029B5B2255}" srcId="{10E3F613-9D79-4E12-BAA8-ACC6DAD489F2}" destId="{FBD67ADE-8F44-46B6-9ACE-0A94B357FEC4}" srcOrd="1" destOrd="0" parTransId="{68BB1780-63EF-4B0C-9D7A-F907CBA19032}" sibTransId="{8A4C25F8-45C5-40D1-B614-4801E03FADDE}"/>
    <dgm:cxn modelId="{9A6E4CAD-94C1-419F-9D81-728BCA52829F}" type="presOf" srcId="{DA6B1852-C691-428D-A811-8860E5E3B2A7}" destId="{43D722C1-2BFB-46C0-BC3F-23478CFB543E}" srcOrd="1" destOrd="0" presId="urn:microsoft.com/office/officeart/2005/8/layout/pyramid3"/>
    <dgm:cxn modelId="{72BF49C1-B938-4F9A-B300-9078C833EC96}" type="presOf" srcId="{10E3F613-9D79-4E12-BAA8-ACC6DAD489F2}" destId="{52E5737E-99EC-4FF7-BD26-B3A0328D5C59}" srcOrd="0" destOrd="0" presId="urn:microsoft.com/office/officeart/2005/8/layout/pyramid3"/>
    <dgm:cxn modelId="{647EBDC7-A57E-439B-B79D-7D6A818BEA4E}" type="presOf" srcId="{3815C9C8-FF61-4CE0-BC38-ECC38B5F5159}" destId="{74B94E17-1357-40DE-9DCE-BE934A774DEB}" srcOrd="1" destOrd="0" presId="urn:microsoft.com/office/officeart/2005/8/layout/pyramid3"/>
    <dgm:cxn modelId="{30E106D7-FFE1-4904-8EEA-549AA0A9751C}" srcId="{10E3F613-9D79-4E12-BAA8-ACC6DAD489F2}" destId="{DA6B1852-C691-428D-A811-8860E5E3B2A7}" srcOrd="0" destOrd="0" parTransId="{BF1B4D8A-6D42-4545-8418-E3A7D6320547}" sibTransId="{1A1AC929-CF10-46C2-8451-E7F602BD035B}"/>
    <dgm:cxn modelId="{73EAFEE5-591A-42B0-A5DB-A65EF4A2B1AE}" type="presOf" srcId="{FBD67ADE-8F44-46B6-9ACE-0A94B357FEC4}" destId="{A068BCD1-FF16-4C2F-8C8A-77AD9453FA43}" srcOrd="0" destOrd="0" presId="urn:microsoft.com/office/officeart/2005/8/layout/pyramid3"/>
    <dgm:cxn modelId="{124613E7-7223-4D7B-8F48-81B32285D0F3}" type="presOf" srcId="{FBD67ADE-8F44-46B6-9ACE-0A94B357FEC4}" destId="{AD3B46F4-90DE-4C24-87C5-688C7652E867}" srcOrd="1" destOrd="0" presId="urn:microsoft.com/office/officeart/2005/8/layout/pyramid3"/>
    <dgm:cxn modelId="{7E82F4F4-8751-4EFE-86F3-4F7FD773BEF0}" srcId="{10E3F613-9D79-4E12-BAA8-ACC6DAD489F2}" destId="{3815C9C8-FF61-4CE0-BC38-ECC38B5F5159}" srcOrd="2" destOrd="0" parTransId="{44DDD4BA-1DEA-433C-93E5-87C980C04C37}" sibTransId="{CB5A4D3D-A846-46A6-B1A7-D022CB45CAC5}"/>
    <dgm:cxn modelId="{DC259AA0-33FD-48C2-8A12-76DDDF75252D}" type="presParOf" srcId="{52E5737E-99EC-4FF7-BD26-B3A0328D5C59}" destId="{30284D9E-7274-4A14-BA0D-65CF8A7CD6E5}" srcOrd="0" destOrd="0" presId="urn:microsoft.com/office/officeart/2005/8/layout/pyramid3"/>
    <dgm:cxn modelId="{7F25ADD9-2C8D-48AE-96E0-94640241A39A}" type="presParOf" srcId="{30284D9E-7274-4A14-BA0D-65CF8A7CD6E5}" destId="{93E1E5AB-6C3B-4B67-BDD8-437DE1E0EC79}" srcOrd="0" destOrd="0" presId="urn:microsoft.com/office/officeart/2005/8/layout/pyramid3"/>
    <dgm:cxn modelId="{420B34F6-8A58-4405-9671-FE9224A71255}" type="presParOf" srcId="{30284D9E-7274-4A14-BA0D-65CF8A7CD6E5}" destId="{43D722C1-2BFB-46C0-BC3F-23478CFB543E}" srcOrd="1" destOrd="0" presId="urn:microsoft.com/office/officeart/2005/8/layout/pyramid3"/>
    <dgm:cxn modelId="{324A9D28-106B-4DB5-8AD0-E172A633EE89}" type="presParOf" srcId="{52E5737E-99EC-4FF7-BD26-B3A0328D5C59}" destId="{61D64E67-D630-4D0B-986F-1C5FA78063F9}" srcOrd="1" destOrd="0" presId="urn:microsoft.com/office/officeart/2005/8/layout/pyramid3"/>
    <dgm:cxn modelId="{04A9C681-9161-49FF-B96A-DB78A7B7CCA2}" type="presParOf" srcId="{61D64E67-D630-4D0B-986F-1C5FA78063F9}" destId="{A068BCD1-FF16-4C2F-8C8A-77AD9453FA43}" srcOrd="0" destOrd="0" presId="urn:microsoft.com/office/officeart/2005/8/layout/pyramid3"/>
    <dgm:cxn modelId="{A52A31A0-3E2D-4C23-B1E7-3DC17397A80F}" type="presParOf" srcId="{61D64E67-D630-4D0B-986F-1C5FA78063F9}" destId="{AD3B46F4-90DE-4C24-87C5-688C7652E867}" srcOrd="1" destOrd="0" presId="urn:microsoft.com/office/officeart/2005/8/layout/pyramid3"/>
    <dgm:cxn modelId="{B32E97A1-D052-4075-9C23-423E8C700E12}" type="presParOf" srcId="{52E5737E-99EC-4FF7-BD26-B3A0328D5C59}" destId="{F4F41BAB-3FC7-4B31-A46A-9035BC91B0C7}" srcOrd="2" destOrd="0" presId="urn:microsoft.com/office/officeart/2005/8/layout/pyramid3"/>
    <dgm:cxn modelId="{56A549CF-502F-4ECA-8875-75031440054E}" type="presParOf" srcId="{F4F41BAB-3FC7-4B31-A46A-9035BC91B0C7}" destId="{80503AEC-DCAD-415C-87B0-8F7263CDB933}" srcOrd="0" destOrd="0" presId="urn:microsoft.com/office/officeart/2005/8/layout/pyramid3"/>
    <dgm:cxn modelId="{FB922722-550F-48ED-8A71-06805CE1A40B}" type="presParOf" srcId="{F4F41BAB-3FC7-4B31-A46A-9035BC91B0C7}" destId="{74B94E17-1357-40DE-9DCE-BE934A774DEB}" srcOrd="1" destOrd="0" presId="urn:microsoft.com/office/officeart/2005/8/layout/pyramid3"/>
  </dgm:cxnLst>
  <dgm:bg>
    <a:solidFill>
      <a:schemeClr val="bg1"/>
    </a:solidFill>
  </dgm:bg>
  <dgm:whole>
    <a:ln>
      <a:solidFill>
        <a:schemeClr val="accent1">
          <a:shade val="95000"/>
          <a:satMod val="105000"/>
        </a:schemeClr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E3F613-9D79-4E12-BAA8-ACC6DAD489F2}" type="doc">
      <dgm:prSet loTypeId="urn:microsoft.com/office/officeart/2005/8/layout/pyramid3" loCatId="pyramid" qsTypeId="urn:microsoft.com/office/officeart/2005/8/quickstyle/simple1#3" qsCatId="simple" csTypeId="urn:microsoft.com/office/officeart/2005/8/colors/colorful5#3" csCatId="colorful" phldr="1"/>
      <dgm:spPr/>
    </dgm:pt>
    <dgm:pt modelId="{DA6B1852-C691-428D-A811-8860E5E3B2A7}">
      <dgm:prSet phldrT="[テキスト]" custT="1"/>
      <dgm:spPr>
        <a:solidFill>
          <a:schemeClr val="bg1"/>
        </a:solidFill>
        <a:ln>
          <a:solidFill>
            <a:schemeClr val="tx2"/>
          </a:solidFill>
        </a:ln>
      </dgm:spPr>
      <dgm:t>
        <a:bodyPr/>
        <a:lstStyle/>
        <a:p>
          <a:r>
            <a:rPr kumimoji="1" lang="ja-JP" altLang="en-US" sz="800" dirty="0">
              <a:latin typeface="Meiryo UI" panose="020B0604030504040204" pitchFamily="50" charset="-128"/>
              <a:ea typeface="Meiryo UI" panose="020B0604030504040204" pitchFamily="50" charset="-128"/>
            </a:rPr>
            <a:t>認知</a:t>
          </a:r>
        </a:p>
      </dgm:t>
    </dgm:pt>
    <dgm:pt modelId="{BF1B4D8A-6D42-4545-8418-E3A7D6320547}" type="parTrans" cxnId="{30E106D7-FFE1-4904-8EEA-549AA0A9751C}">
      <dgm:prSet/>
      <dgm:spPr/>
      <dgm:t>
        <a:bodyPr/>
        <a:lstStyle/>
        <a:p>
          <a:endParaRPr kumimoji="1" lang="ja-JP" altLang="en-US" sz="8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1A1AC929-CF10-46C2-8451-E7F602BD035B}" type="sibTrans" cxnId="{30E106D7-FFE1-4904-8EEA-549AA0A9751C}">
      <dgm:prSet/>
      <dgm:spPr/>
      <dgm:t>
        <a:bodyPr/>
        <a:lstStyle/>
        <a:p>
          <a:endParaRPr kumimoji="1" lang="ja-JP" altLang="en-US" sz="8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FBD67ADE-8F44-46B6-9ACE-0A94B357FEC4}">
      <dgm:prSet phldrT="[テキスト]" custT="1"/>
      <dgm:spPr>
        <a:solidFill>
          <a:schemeClr val="tx2">
            <a:lumMod val="40000"/>
            <a:lumOff val="60000"/>
          </a:schemeClr>
        </a:solidFill>
        <a:ln>
          <a:solidFill>
            <a:schemeClr val="tx2"/>
          </a:solidFill>
        </a:ln>
      </dgm:spPr>
      <dgm:t>
        <a:bodyPr/>
        <a:lstStyle/>
        <a:p>
          <a:r>
            <a:rPr kumimoji="1" lang="ja-JP" altLang="en-US" sz="800" dirty="0">
              <a:latin typeface="Meiryo UI" panose="020B0604030504040204" pitchFamily="50" charset="-128"/>
              <a:ea typeface="Meiryo UI" panose="020B0604030504040204" pitchFamily="50" charset="-128"/>
            </a:rPr>
            <a:t>検討</a:t>
          </a:r>
        </a:p>
      </dgm:t>
    </dgm:pt>
    <dgm:pt modelId="{68BB1780-63EF-4B0C-9D7A-F907CBA19032}" type="parTrans" cxnId="{315E4672-BB05-4C59-AAAC-1B029B5B2255}">
      <dgm:prSet/>
      <dgm:spPr/>
      <dgm:t>
        <a:bodyPr/>
        <a:lstStyle/>
        <a:p>
          <a:endParaRPr kumimoji="1" lang="ja-JP" altLang="en-US" sz="8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8A4C25F8-45C5-40D1-B614-4801E03FADDE}" type="sibTrans" cxnId="{315E4672-BB05-4C59-AAAC-1B029B5B2255}">
      <dgm:prSet/>
      <dgm:spPr/>
      <dgm:t>
        <a:bodyPr/>
        <a:lstStyle/>
        <a:p>
          <a:endParaRPr kumimoji="1" lang="ja-JP" altLang="en-US" sz="8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3815C9C8-FF61-4CE0-BC38-ECC38B5F5159}">
      <dgm:prSet phldrT="[テキスト]" custT="1"/>
      <dgm:spPr>
        <a:solidFill>
          <a:schemeClr val="tx2">
            <a:lumMod val="60000"/>
            <a:lumOff val="40000"/>
          </a:schemeClr>
        </a:solidFill>
        <a:ln>
          <a:solidFill>
            <a:schemeClr val="tx2"/>
          </a:solidFill>
          <a:prstDash val="solid"/>
        </a:ln>
      </dgm:spPr>
      <dgm:t>
        <a:bodyPr/>
        <a:lstStyle/>
        <a:p>
          <a:r>
            <a:rPr kumimoji="1" lang="ja-JP" altLang="en-US" sz="800" dirty="0">
              <a:latin typeface="Meiryo UI" panose="020B0604030504040204" pitchFamily="50" charset="-128"/>
              <a:ea typeface="Meiryo UI" panose="020B0604030504040204" pitchFamily="50" charset="-128"/>
            </a:rPr>
            <a:t>獲得</a:t>
          </a:r>
        </a:p>
      </dgm:t>
    </dgm:pt>
    <dgm:pt modelId="{CB5A4D3D-A846-46A6-B1A7-D022CB45CAC5}" type="sibTrans" cxnId="{7E82F4F4-8751-4EFE-86F3-4F7FD773BEF0}">
      <dgm:prSet/>
      <dgm:spPr/>
      <dgm:t>
        <a:bodyPr/>
        <a:lstStyle/>
        <a:p>
          <a:endParaRPr kumimoji="1" lang="ja-JP" altLang="en-US" sz="8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44DDD4BA-1DEA-433C-93E5-87C980C04C37}" type="parTrans" cxnId="{7E82F4F4-8751-4EFE-86F3-4F7FD773BEF0}">
      <dgm:prSet/>
      <dgm:spPr/>
      <dgm:t>
        <a:bodyPr/>
        <a:lstStyle/>
        <a:p>
          <a:endParaRPr kumimoji="1" lang="ja-JP" altLang="en-US" sz="80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52E5737E-99EC-4FF7-BD26-B3A0328D5C59}" type="pres">
      <dgm:prSet presAssocID="{10E3F613-9D79-4E12-BAA8-ACC6DAD489F2}" presName="Name0" presStyleCnt="0">
        <dgm:presLayoutVars>
          <dgm:dir/>
          <dgm:animLvl val="lvl"/>
          <dgm:resizeHandles val="exact"/>
        </dgm:presLayoutVars>
      </dgm:prSet>
      <dgm:spPr/>
    </dgm:pt>
    <dgm:pt modelId="{30284D9E-7274-4A14-BA0D-65CF8A7CD6E5}" type="pres">
      <dgm:prSet presAssocID="{DA6B1852-C691-428D-A811-8860E5E3B2A7}" presName="Name8" presStyleCnt="0"/>
      <dgm:spPr/>
    </dgm:pt>
    <dgm:pt modelId="{93E1E5AB-6C3B-4B67-BDD8-437DE1E0EC79}" type="pres">
      <dgm:prSet presAssocID="{DA6B1852-C691-428D-A811-8860E5E3B2A7}" presName="level" presStyleLbl="node1" presStyleIdx="0" presStyleCnt="3" custLinFactY="-61767" custLinFactNeighborX="0" custLinFactNeighborY="-100000">
        <dgm:presLayoutVars>
          <dgm:chMax val="1"/>
          <dgm:bulletEnabled val="1"/>
        </dgm:presLayoutVars>
      </dgm:prSet>
      <dgm:spPr/>
    </dgm:pt>
    <dgm:pt modelId="{43D722C1-2BFB-46C0-BC3F-23478CFB543E}" type="pres">
      <dgm:prSet presAssocID="{DA6B1852-C691-428D-A811-8860E5E3B2A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1D64E67-D630-4D0B-986F-1C5FA78063F9}" type="pres">
      <dgm:prSet presAssocID="{FBD67ADE-8F44-46B6-9ACE-0A94B357FEC4}" presName="Name8" presStyleCnt="0"/>
      <dgm:spPr/>
    </dgm:pt>
    <dgm:pt modelId="{A068BCD1-FF16-4C2F-8C8A-77AD9453FA43}" type="pres">
      <dgm:prSet presAssocID="{FBD67ADE-8F44-46B6-9ACE-0A94B357FEC4}" presName="level" presStyleLbl="node1" presStyleIdx="1" presStyleCnt="3">
        <dgm:presLayoutVars>
          <dgm:chMax val="1"/>
          <dgm:bulletEnabled val="1"/>
        </dgm:presLayoutVars>
      </dgm:prSet>
      <dgm:spPr/>
    </dgm:pt>
    <dgm:pt modelId="{AD3B46F4-90DE-4C24-87C5-688C7652E867}" type="pres">
      <dgm:prSet presAssocID="{FBD67ADE-8F44-46B6-9ACE-0A94B357FEC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4F41BAB-3FC7-4B31-A46A-9035BC91B0C7}" type="pres">
      <dgm:prSet presAssocID="{3815C9C8-FF61-4CE0-BC38-ECC38B5F5159}" presName="Name8" presStyleCnt="0"/>
      <dgm:spPr/>
    </dgm:pt>
    <dgm:pt modelId="{80503AEC-DCAD-415C-87B0-8F7263CDB933}" type="pres">
      <dgm:prSet presAssocID="{3815C9C8-FF61-4CE0-BC38-ECC38B5F5159}" presName="level" presStyleLbl="node1" presStyleIdx="2" presStyleCnt="3">
        <dgm:presLayoutVars>
          <dgm:chMax val="1"/>
          <dgm:bulletEnabled val="1"/>
        </dgm:presLayoutVars>
      </dgm:prSet>
      <dgm:spPr/>
    </dgm:pt>
    <dgm:pt modelId="{74B94E17-1357-40DE-9DCE-BE934A774DEB}" type="pres">
      <dgm:prSet presAssocID="{3815C9C8-FF61-4CE0-BC38-ECC38B5F5159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FEC8B113-B847-4B63-8A22-DA285E7DBBE4}" type="presOf" srcId="{DA6B1852-C691-428D-A811-8860E5E3B2A7}" destId="{93E1E5AB-6C3B-4B67-BDD8-437DE1E0EC79}" srcOrd="0" destOrd="0" presId="urn:microsoft.com/office/officeart/2005/8/layout/pyramid3"/>
    <dgm:cxn modelId="{A55AEA29-B3C3-4D5D-8CF0-ECF4B6F82E46}" type="presOf" srcId="{3815C9C8-FF61-4CE0-BC38-ECC38B5F5159}" destId="{80503AEC-DCAD-415C-87B0-8F7263CDB933}" srcOrd="0" destOrd="0" presId="urn:microsoft.com/office/officeart/2005/8/layout/pyramid3"/>
    <dgm:cxn modelId="{315E4672-BB05-4C59-AAAC-1B029B5B2255}" srcId="{10E3F613-9D79-4E12-BAA8-ACC6DAD489F2}" destId="{FBD67ADE-8F44-46B6-9ACE-0A94B357FEC4}" srcOrd="1" destOrd="0" parTransId="{68BB1780-63EF-4B0C-9D7A-F907CBA19032}" sibTransId="{8A4C25F8-45C5-40D1-B614-4801E03FADDE}"/>
    <dgm:cxn modelId="{9A6E4CAD-94C1-419F-9D81-728BCA52829F}" type="presOf" srcId="{DA6B1852-C691-428D-A811-8860E5E3B2A7}" destId="{43D722C1-2BFB-46C0-BC3F-23478CFB543E}" srcOrd="1" destOrd="0" presId="urn:microsoft.com/office/officeart/2005/8/layout/pyramid3"/>
    <dgm:cxn modelId="{72BF49C1-B938-4F9A-B300-9078C833EC96}" type="presOf" srcId="{10E3F613-9D79-4E12-BAA8-ACC6DAD489F2}" destId="{52E5737E-99EC-4FF7-BD26-B3A0328D5C59}" srcOrd="0" destOrd="0" presId="urn:microsoft.com/office/officeart/2005/8/layout/pyramid3"/>
    <dgm:cxn modelId="{647EBDC7-A57E-439B-B79D-7D6A818BEA4E}" type="presOf" srcId="{3815C9C8-FF61-4CE0-BC38-ECC38B5F5159}" destId="{74B94E17-1357-40DE-9DCE-BE934A774DEB}" srcOrd="1" destOrd="0" presId="urn:microsoft.com/office/officeart/2005/8/layout/pyramid3"/>
    <dgm:cxn modelId="{30E106D7-FFE1-4904-8EEA-549AA0A9751C}" srcId="{10E3F613-9D79-4E12-BAA8-ACC6DAD489F2}" destId="{DA6B1852-C691-428D-A811-8860E5E3B2A7}" srcOrd="0" destOrd="0" parTransId="{BF1B4D8A-6D42-4545-8418-E3A7D6320547}" sibTransId="{1A1AC929-CF10-46C2-8451-E7F602BD035B}"/>
    <dgm:cxn modelId="{73EAFEE5-591A-42B0-A5DB-A65EF4A2B1AE}" type="presOf" srcId="{FBD67ADE-8F44-46B6-9ACE-0A94B357FEC4}" destId="{A068BCD1-FF16-4C2F-8C8A-77AD9453FA43}" srcOrd="0" destOrd="0" presId="urn:microsoft.com/office/officeart/2005/8/layout/pyramid3"/>
    <dgm:cxn modelId="{124613E7-7223-4D7B-8F48-81B32285D0F3}" type="presOf" srcId="{FBD67ADE-8F44-46B6-9ACE-0A94B357FEC4}" destId="{AD3B46F4-90DE-4C24-87C5-688C7652E867}" srcOrd="1" destOrd="0" presId="urn:microsoft.com/office/officeart/2005/8/layout/pyramid3"/>
    <dgm:cxn modelId="{7E82F4F4-8751-4EFE-86F3-4F7FD773BEF0}" srcId="{10E3F613-9D79-4E12-BAA8-ACC6DAD489F2}" destId="{3815C9C8-FF61-4CE0-BC38-ECC38B5F5159}" srcOrd="2" destOrd="0" parTransId="{44DDD4BA-1DEA-433C-93E5-87C980C04C37}" sibTransId="{CB5A4D3D-A846-46A6-B1A7-D022CB45CAC5}"/>
    <dgm:cxn modelId="{DC259AA0-33FD-48C2-8A12-76DDDF75252D}" type="presParOf" srcId="{52E5737E-99EC-4FF7-BD26-B3A0328D5C59}" destId="{30284D9E-7274-4A14-BA0D-65CF8A7CD6E5}" srcOrd="0" destOrd="0" presId="urn:microsoft.com/office/officeart/2005/8/layout/pyramid3"/>
    <dgm:cxn modelId="{7F25ADD9-2C8D-48AE-96E0-94640241A39A}" type="presParOf" srcId="{30284D9E-7274-4A14-BA0D-65CF8A7CD6E5}" destId="{93E1E5AB-6C3B-4B67-BDD8-437DE1E0EC79}" srcOrd="0" destOrd="0" presId="urn:microsoft.com/office/officeart/2005/8/layout/pyramid3"/>
    <dgm:cxn modelId="{420B34F6-8A58-4405-9671-FE9224A71255}" type="presParOf" srcId="{30284D9E-7274-4A14-BA0D-65CF8A7CD6E5}" destId="{43D722C1-2BFB-46C0-BC3F-23478CFB543E}" srcOrd="1" destOrd="0" presId="urn:microsoft.com/office/officeart/2005/8/layout/pyramid3"/>
    <dgm:cxn modelId="{324A9D28-106B-4DB5-8AD0-E172A633EE89}" type="presParOf" srcId="{52E5737E-99EC-4FF7-BD26-B3A0328D5C59}" destId="{61D64E67-D630-4D0B-986F-1C5FA78063F9}" srcOrd="1" destOrd="0" presId="urn:microsoft.com/office/officeart/2005/8/layout/pyramid3"/>
    <dgm:cxn modelId="{04A9C681-9161-49FF-B96A-DB78A7B7CCA2}" type="presParOf" srcId="{61D64E67-D630-4D0B-986F-1C5FA78063F9}" destId="{A068BCD1-FF16-4C2F-8C8A-77AD9453FA43}" srcOrd="0" destOrd="0" presId="urn:microsoft.com/office/officeart/2005/8/layout/pyramid3"/>
    <dgm:cxn modelId="{A52A31A0-3E2D-4C23-B1E7-3DC17397A80F}" type="presParOf" srcId="{61D64E67-D630-4D0B-986F-1C5FA78063F9}" destId="{AD3B46F4-90DE-4C24-87C5-688C7652E867}" srcOrd="1" destOrd="0" presId="urn:microsoft.com/office/officeart/2005/8/layout/pyramid3"/>
    <dgm:cxn modelId="{B32E97A1-D052-4075-9C23-423E8C700E12}" type="presParOf" srcId="{52E5737E-99EC-4FF7-BD26-B3A0328D5C59}" destId="{F4F41BAB-3FC7-4B31-A46A-9035BC91B0C7}" srcOrd="2" destOrd="0" presId="urn:microsoft.com/office/officeart/2005/8/layout/pyramid3"/>
    <dgm:cxn modelId="{56A549CF-502F-4ECA-8875-75031440054E}" type="presParOf" srcId="{F4F41BAB-3FC7-4B31-A46A-9035BC91B0C7}" destId="{80503AEC-DCAD-415C-87B0-8F7263CDB933}" srcOrd="0" destOrd="0" presId="urn:microsoft.com/office/officeart/2005/8/layout/pyramid3"/>
    <dgm:cxn modelId="{FB922722-550F-48ED-8A71-06805CE1A40B}" type="presParOf" srcId="{F4F41BAB-3FC7-4B31-A46A-9035BC91B0C7}" destId="{74B94E17-1357-40DE-9DCE-BE934A774DEB}" srcOrd="1" destOrd="0" presId="urn:microsoft.com/office/officeart/2005/8/layout/pyramid3"/>
  </dgm:cxnLst>
  <dgm:bg>
    <a:solidFill>
      <a:schemeClr val="bg1"/>
    </a:solidFill>
  </dgm:bg>
  <dgm:whole>
    <a:ln>
      <a:solidFill>
        <a:schemeClr val="accent1">
          <a:shade val="95000"/>
          <a:satMod val="105000"/>
        </a:schemeClr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E1E5AB-6C3B-4B67-BDD8-437DE1E0EC79}">
      <dsp:nvSpPr>
        <dsp:cNvPr id="0" name=""/>
        <dsp:cNvSpPr/>
      </dsp:nvSpPr>
      <dsp:spPr>
        <a:xfrm rot="10800000">
          <a:off x="0" y="0"/>
          <a:ext cx="1376241" cy="377310"/>
        </a:xfrm>
        <a:prstGeom prst="trapezoid">
          <a:avLst>
            <a:gd name="adj" fmla="val 60792"/>
          </a:avLst>
        </a:prstGeom>
        <a:solidFill>
          <a:schemeClr val="tx2">
            <a:lumMod val="20000"/>
            <a:lumOff val="80000"/>
          </a:schemeClr>
        </a:solidFill>
        <a:ln w="25400" cap="flat" cmpd="sng" algn="ctr">
          <a:solidFill>
            <a:schemeClr val="tx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認知</a:t>
          </a:r>
        </a:p>
      </dsp:txBody>
      <dsp:txXfrm rot="-10800000">
        <a:off x="240842" y="0"/>
        <a:ext cx="894556" cy="377310"/>
      </dsp:txXfrm>
    </dsp:sp>
    <dsp:sp modelId="{A068BCD1-FF16-4C2F-8C8A-77AD9453FA43}">
      <dsp:nvSpPr>
        <dsp:cNvPr id="0" name=""/>
        <dsp:cNvSpPr/>
      </dsp:nvSpPr>
      <dsp:spPr>
        <a:xfrm rot="10800000">
          <a:off x="229373" y="377310"/>
          <a:ext cx="917494" cy="377310"/>
        </a:xfrm>
        <a:prstGeom prst="trapezoid">
          <a:avLst>
            <a:gd name="adj" fmla="val 60792"/>
          </a:avLst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tx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latin typeface="Meiryo UI" panose="020B0604030504040204" pitchFamily="50" charset="-128"/>
              <a:ea typeface="Meiryo UI" panose="020B0604030504040204" pitchFamily="50" charset="-128"/>
            </a:rPr>
            <a:t>検討</a:t>
          </a:r>
        </a:p>
      </dsp:txBody>
      <dsp:txXfrm rot="-10800000">
        <a:off x="389934" y="377310"/>
        <a:ext cx="596371" cy="377310"/>
      </dsp:txXfrm>
    </dsp:sp>
    <dsp:sp modelId="{80503AEC-DCAD-415C-87B0-8F7263CDB933}">
      <dsp:nvSpPr>
        <dsp:cNvPr id="0" name=""/>
        <dsp:cNvSpPr/>
      </dsp:nvSpPr>
      <dsp:spPr>
        <a:xfrm rot="10800000">
          <a:off x="458747" y="754620"/>
          <a:ext cx="458747" cy="377310"/>
        </a:xfrm>
        <a:prstGeom prst="trapezoid">
          <a:avLst>
            <a:gd name="adj" fmla="val 60792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tx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latin typeface="Meiryo UI" panose="020B0604030504040204" pitchFamily="50" charset="-128"/>
              <a:ea typeface="Meiryo UI" panose="020B0604030504040204" pitchFamily="50" charset="-128"/>
            </a:rPr>
            <a:t>獲得</a:t>
          </a:r>
        </a:p>
      </dsp:txBody>
      <dsp:txXfrm rot="-10800000">
        <a:off x="458747" y="754620"/>
        <a:ext cx="458747" cy="377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E1E5AB-6C3B-4B67-BDD8-437DE1E0EC79}">
      <dsp:nvSpPr>
        <dsp:cNvPr id="0" name=""/>
        <dsp:cNvSpPr/>
      </dsp:nvSpPr>
      <dsp:spPr>
        <a:xfrm rot="10800000">
          <a:off x="0" y="0"/>
          <a:ext cx="1376241" cy="377310"/>
        </a:xfrm>
        <a:prstGeom prst="trapezoid">
          <a:avLst>
            <a:gd name="adj" fmla="val 60792"/>
          </a:avLst>
        </a:prstGeom>
        <a:solidFill>
          <a:schemeClr val="bg1"/>
        </a:solidFill>
        <a:ln w="25400" cap="flat" cmpd="sng" algn="ctr">
          <a:solidFill>
            <a:schemeClr val="tx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latin typeface="Meiryo UI" panose="020B0604030504040204" pitchFamily="50" charset="-128"/>
              <a:ea typeface="Meiryo UI" panose="020B0604030504040204" pitchFamily="50" charset="-128"/>
            </a:rPr>
            <a:t>認知</a:t>
          </a:r>
        </a:p>
      </dsp:txBody>
      <dsp:txXfrm rot="-10800000">
        <a:off x="240842" y="0"/>
        <a:ext cx="894556" cy="377310"/>
      </dsp:txXfrm>
    </dsp:sp>
    <dsp:sp modelId="{A068BCD1-FF16-4C2F-8C8A-77AD9453FA43}">
      <dsp:nvSpPr>
        <dsp:cNvPr id="0" name=""/>
        <dsp:cNvSpPr/>
      </dsp:nvSpPr>
      <dsp:spPr>
        <a:xfrm rot="10800000">
          <a:off x="229373" y="377310"/>
          <a:ext cx="917494" cy="377310"/>
        </a:xfrm>
        <a:prstGeom prst="trapezoid">
          <a:avLst>
            <a:gd name="adj" fmla="val 60792"/>
          </a:avLst>
        </a:prstGeom>
        <a:solidFill>
          <a:schemeClr val="tx2">
            <a:lumMod val="40000"/>
            <a:lumOff val="60000"/>
          </a:schemeClr>
        </a:solidFill>
        <a:ln w="25400" cap="flat" cmpd="sng" algn="ctr">
          <a:solidFill>
            <a:schemeClr val="tx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latin typeface="Meiryo UI" panose="020B0604030504040204" pitchFamily="50" charset="-128"/>
              <a:ea typeface="Meiryo UI" panose="020B0604030504040204" pitchFamily="50" charset="-128"/>
            </a:rPr>
            <a:t>検討</a:t>
          </a:r>
        </a:p>
      </dsp:txBody>
      <dsp:txXfrm rot="-10800000">
        <a:off x="389934" y="377310"/>
        <a:ext cx="596371" cy="377310"/>
      </dsp:txXfrm>
    </dsp:sp>
    <dsp:sp modelId="{80503AEC-DCAD-415C-87B0-8F7263CDB933}">
      <dsp:nvSpPr>
        <dsp:cNvPr id="0" name=""/>
        <dsp:cNvSpPr/>
      </dsp:nvSpPr>
      <dsp:spPr>
        <a:xfrm rot="10800000">
          <a:off x="458747" y="754620"/>
          <a:ext cx="458747" cy="377310"/>
        </a:xfrm>
        <a:prstGeom prst="trapezoid">
          <a:avLst>
            <a:gd name="adj" fmla="val 60792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tx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800" kern="1200" dirty="0">
              <a:latin typeface="Meiryo UI" panose="020B0604030504040204" pitchFamily="50" charset="-128"/>
              <a:ea typeface="Meiryo UI" panose="020B0604030504040204" pitchFamily="50" charset="-128"/>
            </a:rPr>
            <a:t>獲得</a:t>
          </a:r>
        </a:p>
      </dsp:txBody>
      <dsp:txXfrm rot="-10800000">
        <a:off x="458747" y="754620"/>
        <a:ext cx="458747" cy="377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1275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D740AF-C5B1-484E-AC0D-06DF6194BE48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1275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F66FD-972B-4863-95B4-951228FAC2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51269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094" cy="495952"/>
          </a:xfrm>
          <a:prstGeom prst="rect">
            <a:avLst/>
          </a:prstGeom>
        </p:spPr>
        <p:txBody>
          <a:bodyPr vert="horz" lIns="88212" tIns="44106" rIns="88212" bIns="44106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1650" y="0"/>
            <a:ext cx="2946093" cy="495952"/>
          </a:xfrm>
          <a:prstGeom prst="rect">
            <a:avLst/>
          </a:prstGeom>
        </p:spPr>
        <p:txBody>
          <a:bodyPr vert="horz" lIns="88212" tIns="44106" rIns="88212" bIns="44106" rtlCol="0"/>
          <a:lstStyle>
            <a:lvl1pPr algn="r">
              <a:defRPr sz="1200"/>
            </a:lvl1pPr>
          </a:lstStyle>
          <a:p>
            <a:fld id="{9BAA5408-E8C5-4838-A9FF-73DF62848451}" type="datetimeFigureOut">
              <a:rPr kumimoji="1" lang="ja-JP" altLang="en-US" smtClean="0"/>
              <a:t>2026/10/27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6863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12" tIns="44106" rIns="88212" bIns="44106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686" y="4716161"/>
            <a:ext cx="5439410" cy="4468185"/>
          </a:xfrm>
          <a:prstGeom prst="rect">
            <a:avLst/>
          </a:prstGeom>
        </p:spPr>
        <p:txBody>
          <a:bodyPr vert="horz" lIns="88212" tIns="44106" rIns="88212" bIns="44106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32321"/>
            <a:ext cx="2946094" cy="495952"/>
          </a:xfrm>
          <a:prstGeom prst="rect">
            <a:avLst/>
          </a:prstGeom>
        </p:spPr>
        <p:txBody>
          <a:bodyPr vert="horz" lIns="88212" tIns="44106" rIns="88212" bIns="44106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1650" y="9432321"/>
            <a:ext cx="2946093" cy="495952"/>
          </a:xfrm>
          <a:prstGeom prst="rect">
            <a:avLst/>
          </a:prstGeom>
        </p:spPr>
        <p:txBody>
          <a:bodyPr vert="horz" lIns="88212" tIns="44106" rIns="88212" bIns="44106" rtlCol="0" anchor="b"/>
          <a:lstStyle>
            <a:lvl1pPr algn="r">
              <a:defRPr sz="1200"/>
            </a:lvl1pPr>
          </a:lstStyle>
          <a:p>
            <a:fld id="{428830D6-43C1-46CA-A712-7A93C69C91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3320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256311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</a:rPr>
              <a:t>Copyright(c) 2026 DYM inc. All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schemeClr val="bg1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</p:sldLayoutIdLst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A7AD685-96C3-0595-82FC-5F4EE9167AF1}"/>
              </a:ext>
            </a:extLst>
          </p:cNvPr>
          <p:cNvSpPr/>
          <p:nvPr/>
        </p:nvSpPr>
        <p:spPr>
          <a:xfrm>
            <a:off x="292801" y="730955"/>
            <a:ext cx="1296144" cy="435690"/>
          </a:xfrm>
          <a:prstGeom prst="rect">
            <a:avLst/>
          </a:prstGeom>
          <a:solidFill>
            <a:schemeClr val="tx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対象業界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A985628-C35A-A3AF-7C23-13C3CA165005}"/>
              </a:ext>
            </a:extLst>
          </p:cNvPr>
          <p:cNvSpPr/>
          <p:nvPr/>
        </p:nvSpPr>
        <p:spPr>
          <a:xfrm>
            <a:off x="1594068" y="730955"/>
            <a:ext cx="2926883" cy="435690"/>
          </a:xfrm>
          <a:prstGeom prst="rect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787F5F2-4391-5688-5988-C309CC85C193}"/>
              </a:ext>
            </a:extLst>
          </p:cNvPr>
          <p:cNvSpPr/>
          <p:nvPr/>
        </p:nvSpPr>
        <p:spPr>
          <a:xfrm>
            <a:off x="0" y="1234746"/>
            <a:ext cx="9906000" cy="6722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4DE6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98F417C-B143-9A50-B70F-E9B943E4360A}"/>
              </a:ext>
            </a:extLst>
          </p:cNvPr>
          <p:cNvSpPr/>
          <p:nvPr/>
        </p:nvSpPr>
        <p:spPr>
          <a:xfrm>
            <a:off x="356101" y="1411362"/>
            <a:ext cx="78624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rgbClr val="004DE6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	</a:t>
            </a:r>
            <a:r>
              <a:rPr kumimoji="1" lang="en-US" altLang="ja-JP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4DE6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ビジネスIDをシステムで自動統合、統合解除機能</a:t>
            </a:r>
            <a:r>
              <a: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4DE6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の</a:t>
            </a:r>
            <a:r>
              <a:rPr kumimoji="1" lang="en-US" altLang="ja-JP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4DE6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終了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rgbClr val="004DE6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3E6DC55-B63C-F4E0-7C0C-5D9E8EE93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8175"/>
            <a:ext cx="7512385" cy="365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72000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>
              <a:defRPr kumimoji="1"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kumimoji="1"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ja-JP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</a:rPr>
              <a:t>    １０月アップデート情報</a:t>
            </a:r>
            <a:endParaRPr kumimoji="1" lang="en-US" altLang="zh-CN" sz="16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メイリオ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8F23976-152A-FFA9-791F-3670F00C3F53}"/>
              </a:ext>
            </a:extLst>
          </p:cNvPr>
          <p:cNvSpPr/>
          <p:nvPr/>
        </p:nvSpPr>
        <p:spPr>
          <a:xfrm>
            <a:off x="0" y="5653300"/>
            <a:ext cx="9906000" cy="7710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lvl="0" algn="ctr">
              <a:defRPr/>
            </a:pPr>
            <a:r>
              <a:rPr lang="ja-JP" altLang="en-US" sz="14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ビジネス</a:t>
            </a:r>
            <a:r>
              <a:rPr lang="en-US" altLang="ja-JP" sz="14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ID</a:t>
            </a:r>
            <a:r>
              <a:rPr lang="ja-JP" altLang="en-US" sz="14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へのシステム統合は、</a:t>
            </a:r>
            <a:r>
              <a:rPr lang="en-US" altLang="ja-JP" sz="14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14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月</a:t>
            </a:r>
            <a:r>
              <a:rPr lang="en-US" altLang="ja-JP" sz="14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13</a:t>
            </a:r>
            <a:r>
              <a:rPr lang="ja-JP" altLang="en-US" sz="14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日に実施済み。</a:t>
            </a:r>
          </a:p>
          <a:p>
            <a:pPr lvl="0" algn="ctr">
              <a:defRPr/>
            </a:pPr>
            <a:r>
              <a:rPr lang="ja-JP" altLang="en-US" sz="14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統合解除機能も</a:t>
            </a:r>
            <a:r>
              <a:rPr lang="en-US" altLang="ja-JP" sz="14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14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月</a:t>
            </a:r>
            <a:r>
              <a:rPr lang="en-US" altLang="ja-JP" sz="14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27</a:t>
            </a:r>
            <a:r>
              <a:rPr lang="ja-JP" altLang="en-US" sz="14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日（予定）で提供終了。上記の対応はすべて終了している。</a:t>
            </a:r>
          </a:p>
        </p:txBody>
      </p:sp>
      <p:pic>
        <p:nvPicPr>
          <p:cNvPr id="22" name="Picture 4" descr="LINEヤフー株式会社」発足 | LINEヤフー株式会社のプレスリリース">
            <a:extLst>
              <a:ext uri="{FF2B5EF4-FFF2-40B4-BE49-F238E27FC236}">
                <a16:creationId xmlns:a16="http://schemas.microsoft.com/office/drawing/2014/main" id="{AAAB2AD5-BBAE-A07B-DC9C-C36C428D1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01" y="1344101"/>
            <a:ext cx="560344" cy="47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0475088-606E-18AA-6B20-7426123AD730}"/>
              </a:ext>
            </a:extLst>
          </p:cNvPr>
          <p:cNvSpPr/>
          <p:nvPr/>
        </p:nvSpPr>
        <p:spPr>
          <a:xfrm>
            <a:off x="0" y="1890267"/>
            <a:ext cx="9906000" cy="5936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1" dirty="0" err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未統合の「Yahoo</a:t>
            </a:r>
            <a:r>
              <a:rPr sz="12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! JAPAN </a:t>
            </a:r>
            <a:r>
              <a:rPr sz="1200" b="1" dirty="0" err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ビジネスID</a:t>
            </a:r>
            <a:r>
              <a:rPr sz="12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」「LINE ビジネスID」を10月13日にシステムで自動統合。</a:t>
            </a:r>
            <a:endParaRPr kumimoji="1" lang="en-US" altLang="ja-JP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自分で行う統合機能は終了済みで、統合解除機能も10月27日に提供終了。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3AE5246-7E81-8E90-C904-7D2A34A8F1ED}"/>
              </a:ext>
            </a:extLst>
          </p:cNvPr>
          <p:cNvSpPr txBox="1"/>
          <p:nvPr/>
        </p:nvSpPr>
        <p:spPr>
          <a:xfrm>
            <a:off x="4144936" y="6589831"/>
            <a:ext cx="49638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ja-JP" sz="1050" dirty="0">
                <a:solidFill>
                  <a:prstClr val="white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https://www.lycbiz.com/jp/news/ly-ads/20260818/</a:t>
            </a:r>
            <a:endParaRPr kumimoji="1" lang="ja-JP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1A85B9D-A432-46CB-47C6-565283CCB07C}"/>
              </a:ext>
            </a:extLst>
          </p:cNvPr>
          <p:cNvSpPr/>
          <p:nvPr/>
        </p:nvSpPr>
        <p:spPr>
          <a:xfrm>
            <a:off x="6679732" y="728906"/>
            <a:ext cx="829618" cy="4356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4F81B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動画</a:t>
            </a:r>
          </a:p>
        </p:txBody>
      </p:sp>
      <p:graphicFrame>
        <p:nvGraphicFramePr>
          <p:cNvPr id="3" name="図表 2">
            <a:extLst>
              <a:ext uri="{FF2B5EF4-FFF2-40B4-BE49-F238E27FC236}">
                <a16:creationId xmlns:a16="http://schemas.microsoft.com/office/drawing/2014/main" id="{D1D8EA6C-A874-F951-3DE0-B12A4608E8F5}"/>
              </a:ext>
            </a:extLst>
          </p:cNvPr>
          <p:cNvGraphicFramePr/>
          <p:nvPr/>
        </p:nvGraphicFramePr>
        <p:xfrm>
          <a:off x="8473303" y="730955"/>
          <a:ext cx="1376241" cy="1131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B423651-6776-1B48-238B-BE68449B5874}"/>
              </a:ext>
            </a:extLst>
          </p:cNvPr>
          <p:cNvSpPr txBox="1"/>
          <p:nvPr/>
        </p:nvSpPr>
        <p:spPr>
          <a:xfrm>
            <a:off x="-53708" y="5372659"/>
            <a:ext cx="813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Point</a:t>
            </a:r>
            <a:endParaRPr kumimoji="1" lang="ja-JP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79646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6CD6764-1C43-E50B-D6BC-86500D89E964}"/>
              </a:ext>
            </a:extLst>
          </p:cNvPr>
          <p:cNvSpPr/>
          <p:nvPr/>
        </p:nvSpPr>
        <p:spPr>
          <a:xfrm>
            <a:off x="4915470" y="730955"/>
            <a:ext cx="829618" cy="4356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4F81B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検索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C82FA94-E9BC-3B25-8B5B-714B440CFE81}"/>
              </a:ext>
            </a:extLst>
          </p:cNvPr>
          <p:cNvSpPr/>
          <p:nvPr/>
        </p:nvSpPr>
        <p:spPr>
          <a:xfrm>
            <a:off x="7560840" y="730955"/>
            <a:ext cx="829618" cy="4356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4F81B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ショッピング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" y="2542032"/>
            <a:ext cx="9436608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97D"/>
                </a:solidFill>
                <a:latin typeface="メイリオ"/>
                <a:ea typeface="メイリオ"/>
                <a:cs typeface="メイリオ"/>
              </a:rPr>
              <a:t>Yahoo! JAPANとLINEの法人向けサービスを、1つのビジネスIDに統一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4488" y="2834640"/>
            <a:ext cx="4320480" cy="329184"/>
          </a:xfrm>
          <a:prstGeom prst="roundRect">
            <a:avLst>
              <a:gd name="adj" fmla="val 12000"/>
            </a:avLst>
          </a:prstGeom>
          <a:solidFill>
            <a:srgbClr val="DBE5F1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497D"/>
                </a:solidFill>
                <a:latin typeface="メイリオ"/>
                <a:ea typeface="メイリオ"/>
                <a:cs typeface="メイリオ"/>
              </a:rPr>
              <a:t>①今回の変更内容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489" y="3260000"/>
            <a:ext cx="4445512" cy="5909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2025年6月開始の「ビジネスID」へ未統合だったIDを、10月13日にシステムで自動統合。ID文字列は変わらず、初回ログイン時</a:t>
            </a:r>
            <a:r>
              <a:rPr lang="ja-JP" altLang="en-US" sz="1200" b="0" dirty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の</a:t>
            </a:r>
            <a:r>
              <a:rPr sz="1200" b="0" dirty="0" err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利用規約への同意</a:t>
            </a:r>
            <a:r>
              <a:rPr lang="ja-JP" altLang="en-US" sz="1200" b="0" dirty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で、引き続き既存の</a:t>
            </a:r>
            <a:r>
              <a:rPr lang="en-US" altLang="ja-JP" sz="1200" b="0" dirty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ID</a:t>
            </a:r>
            <a:r>
              <a:rPr lang="ja-JP" altLang="en-US" sz="1200" b="0" dirty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のまま利用可能</a:t>
            </a:r>
            <a:endParaRPr sz="1200" b="0" dirty="0">
              <a:solidFill>
                <a:srgbClr val="40404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808984" y="2834640"/>
            <a:ext cx="4883656" cy="329184"/>
          </a:xfrm>
          <a:prstGeom prst="roundRect">
            <a:avLst>
              <a:gd name="adj" fmla="val 12000"/>
            </a:avLst>
          </a:prstGeom>
          <a:solidFill>
            <a:srgbClr val="DBE5F1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150" b="1" dirty="0">
                <a:solidFill>
                  <a:srgbClr val="1F497D"/>
                </a:solidFill>
                <a:latin typeface="メイリオ"/>
                <a:ea typeface="メイリオ"/>
                <a:cs typeface="メイリオ"/>
              </a:rPr>
              <a:t>②広告代理店が知っておくべき点</a:t>
            </a:r>
            <a:endParaRPr sz="1150" b="1" dirty="0">
              <a:solidFill>
                <a:srgbClr val="1F497D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808984" y="3260000"/>
            <a:ext cx="4883656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システムで統合されたIDは、統合解除できない。自分で統合したIDの解除も、機能の提供終了以降はできな</a:t>
            </a:r>
            <a:r>
              <a:rPr lang="ja-JP" altLang="en-US" sz="1200" b="0" dirty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い</a:t>
            </a:r>
            <a:r>
              <a:rPr sz="1200" b="0" dirty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1631D53-6234-89DD-17AD-1AA01BDC29E9}"/>
              </a:ext>
            </a:extLst>
          </p:cNvPr>
          <p:cNvSpPr/>
          <p:nvPr/>
        </p:nvSpPr>
        <p:spPr>
          <a:xfrm>
            <a:off x="5797260" y="730955"/>
            <a:ext cx="829618" cy="4356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4F81BD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buClrTx/>
              <a:buFontTx/>
              <a:buNone/>
            </a:pPr>
            <a:r>
              <a:rPr kumimoji="1" lang="ja-JP" altLang="en-US" sz="1200" kern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バナー</a:t>
            </a:r>
          </a:p>
        </p:txBody>
      </p:sp>
      <p:graphicFrame>
        <p:nvGraphicFramePr>
          <p:cNvPr id="13" name="表 12">
            <a:extLst>
              <a:ext uri="{FF2B5EF4-FFF2-40B4-BE49-F238E27FC236}">
                <a16:creationId xmlns:a16="http://schemas.microsoft.com/office/drawing/2014/main" id="{71D202D2-D7CD-977F-2C46-DC253065F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549145"/>
              </p:ext>
            </p:extLst>
          </p:nvPr>
        </p:nvGraphicFramePr>
        <p:xfrm>
          <a:off x="292801" y="4181832"/>
          <a:ext cx="943660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5536">
                  <a:extLst>
                    <a:ext uri="{9D8B030D-6E8A-4147-A177-3AD203B41FA5}">
                      <a16:colId xmlns:a16="http://schemas.microsoft.com/office/drawing/2014/main" val="3451723536"/>
                    </a:ext>
                  </a:extLst>
                </a:gridCol>
                <a:gridCol w="3145536">
                  <a:extLst>
                    <a:ext uri="{9D8B030D-6E8A-4147-A177-3AD203B41FA5}">
                      <a16:colId xmlns:a16="http://schemas.microsoft.com/office/drawing/2014/main" val="3572509560"/>
                    </a:ext>
                  </a:extLst>
                </a:gridCol>
                <a:gridCol w="3145536">
                  <a:extLst>
                    <a:ext uri="{9D8B030D-6E8A-4147-A177-3AD203B41FA5}">
                      <a16:colId xmlns:a16="http://schemas.microsoft.com/office/drawing/2014/main" val="31795414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実施内容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実施日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概要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338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システムによるID統合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400" b="0" dirty="0">
                          <a:solidFill>
                            <a:srgbClr val="40404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10月13日</a:t>
                      </a:r>
                      <a:endParaRPr kumimoji="1" lang="ja-JP" altLang="en-US" sz="14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dirty="0">
                          <a:solidFill>
                            <a:srgbClr val="40404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未統合IDを自動統合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09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統合解除機能の提供終了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400" b="0" dirty="0">
                          <a:solidFill>
                            <a:srgbClr val="40404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10月27日</a:t>
                      </a:r>
                      <a:endParaRPr kumimoji="1" lang="ja-JP" altLang="en-US" sz="14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ja-JP" altLang="en-US" sz="1400" b="0" dirty="0">
                          <a:solidFill>
                            <a:srgbClr val="40404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以降は統合済みIDを解除不可</a:t>
                      </a:r>
                      <a:endParaRPr kumimoji="1" lang="ja-JP" altLang="en-US" sz="14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04551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FB72B88-4C00-181F-CA31-458C5182A124}"/>
              </a:ext>
            </a:extLst>
          </p:cNvPr>
          <p:cNvSpPr/>
          <p:nvPr/>
        </p:nvSpPr>
        <p:spPr>
          <a:xfrm>
            <a:off x="292801" y="730955"/>
            <a:ext cx="1296144" cy="435690"/>
          </a:xfrm>
          <a:prstGeom prst="rect">
            <a:avLst/>
          </a:prstGeom>
          <a:solidFill>
            <a:schemeClr val="tx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対象業界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745B968-8DDA-D1C6-4557-45BF37F1B392}"/>
              </a:ext>
            </a:extLst>
          </p:cNvPr>
          <p:cNvSpPr/>
          <p:nvPr/>
        </p:nvSpPr>
        <p:spPr>
          <a:xfrm>
            <a:off x="1594068" y="730955"/>
            <a:ext cx="2926883" cy="435690"/>
          </a:xfrm>
          <a:prstGeom prst="rect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-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FDC0D9A-DC84-0D06-4B0A-83F71C68EE68}"/>
              </a:ext>
            </a:extLst>
          </p:cNvPr>
          <p:cNvSpPr/>
          <p:nvPr/>
        </p:nvSpPr>
        <p:spPr>
          <a:xfrm>
            <a:off x="0" y="1234746"/>
            <a:ext cx="9906000" cy="6722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4DE6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　　　　　　</a:t>
            </a:r>
            <a:endParaRPr kumimoji="1" lang="ja-JP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4DE6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3FAAA5C-F3FD-186B-A073-2CBD49A1E9B4}"/>
              </a:ext>
            </a:extLst>
          </p:cNvPr>
          <p:cNvSpPr/>
          <p:nvPr/>
        </p:nvSpPr>
        <p:spPr>
          <a:xfrm>
            <a:off x="356101" y="1411362"/>
            <a:ext cx="78624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rgbClr val="004DE6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	従来版コンバージョン測定タグの新規作成を終了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A4A492D-B32A-3FD8-90C9-1B7668A9B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8175"/>
            <a:ext cx="7512385" cy="365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72000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>
              <a:defRPr kumimoji="1"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kumimoji="1"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ja-JP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 charset="0"/>
              </a:rPr>
              <a:t>    １０月アップデート情報</a:t>
            </a:r>
            <a:endParaRPr kumimoji="1" lang="en-US" altLang="zh-CN" sz="16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メイリオ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88BC4FC-5E8C-0AA9-AE4C-57F18D2CB01E}"/>
              </a:ext>
            </a:extLst>
          </p:cNvPr>
          <p:cNvSpPr/>
          <p:nvPr/>
        </p:nvSpPr>
        <p:spPr>
          <a:xfrm>
            <a:off x="0" y="5661248"/>
            <a:ext cx="9906000" cy="7710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従来版タグは今後、計測自体も終了予定。新規設定は「計測タグ」で行い、</a:t>
            </a:r>
            <a:endParaRPr lang="en-US" sz="1400" b="1" dirty="0">
              <a:solidFill>
                <a:srgbClr val="000000"/>
              </a:solidFill>
              <a:latin typeface="メイリオ"/>
              <a:ea typeface="メイリオ"/>
              <a:cs typeface="メイリオ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 dirty="0" err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既存アカウントのタグ利用状況を棚卸しして、移行計画を立てる必要がある。</a:t>
            </a:r>
          </a:p>
        </p:txBody>
      </p:sp>
      <p:pic>
        <p:nvPicPr>
          <p:cNvPr id="22" name="Picture 4" descr="LINEヤフー株式会社」発足 | LINEヤフー株式会社のプレスリリース">
            <a:extLst>
              <a:ext uri="{FF2B5EF4-FFF2-40B4-BE49-F238E27FC236}">
                <a16:creationId xmlns:a16="http://schemas.microsoft.com/office/drawing/2014/main" id="{C219DD76-FCA6-9114-2B57-F105B6825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01" y="1344101"/>
            <a:ext cx="560344" cy="47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DF9C652-4430-CDA7-6AE7-083EE2782E41}"/>
              </a:ext>
            </a:extLst>
          </p:cNvPr>
          <p:cNvSpPr/>
          <p:nvPr/>
        </p:nvSpPr>
        <p:spPr>
          <a:xfrm>
            <a:off x="0" y="1890267"/>
            <a:ext cx="9906000" cy="5936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10月6日、従来版コンバージョン測定タグ（ウェブ従来版・電話発信）の新規作成を終了。</a:t>
            </a:r>
            <a:endParaRPr lang="en-US" sz="1200" b="1" dirty="0">
              <a:solidFill>
                <a:srgbClr val="000000"/>
              </a:solidFill>
              <a:latin typeface="メイリオ"/>
              <a:ea typeface="メイリオ"/>
              <a:cs typeface="メイリオ"/>
            </a:endParaRPr>
          </a:p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2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既存設定は引き続き編集可能だが、従来版タグでの計測自体も今後終了予定。</a:t>
            </a:r>
            <a:endParaRPr kumimoji="1" lang="en-US" altLang="ja-JP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AEA1429-7DB2-B608-6B2F-EC7B362DF946}"/>
              </a:ext>
            </a:extLst>
          </p:cNvPr>
          <p:cNvSpPr txBox="1"/>
          <p:nvPr/>
        </p:nvSpPr>
        <p:spPr>
          <a:xfrm>
            <a:off x="4144936" y="6589831"/>
            <a:ext cx="496388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1" lang="en-US" altLang="ja-JP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https://www.lycbiz.com/jp/news/ly-ads/20260917/</a:t>
            </a:r>
            <a:endParaRPr kumimoji="1" lang="ja-JP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D05B213-82C4-816C-83E5-CD3357BDD1E6}"/>
              </a:ext>
            </a:extLst>
          </p:cNvPr>
          <p:cNvSpPr/>
          <p:nvPr/>
        </p:nvSpPr>
        <p:spPr>
          <a:xfrm>
            <a:off x="7557125" y="738383"/>
            <a:ext cx="829618" cy="4356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4F81B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ショッピング</a:t>
            </a:r>
            <a:endParaRPr kumimoji="1" lang="ja-JP" altLang="en-US" sz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4658214-C531-A6E2-C1AF-1EB447DE7118}"/>
              </a:ext>
            </a:extLst>
          </p:cNvPr>
          <p:cNvSpPr txBox="1"/>
          <p:nvPr/>
        </p:nvSpPr>
        <p:spPr>
          <a:xfrm>
            <a:off x="-53708" y="5372659"/>
            <a:ext cx="813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Point</a:t>
            </a:r>
            <a:endParaRPr kumimoji="1" lang="ja-JP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79646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FB58EC3-8662-FB01-621C-007635373BFF}"/>
              </a:ext>
            </a:extLst>
          </p:cNvPr>
          <p:cNvSpPr/>
          <p:nvPr/>
        </p:nvSpPr>
        <p:spPr>
          <a:xfrm>
            <a:off x="6679732" y="728906"/>
            <a:ext cx="829618" cy="435690"/>
          </a:xfrm>
          <a:prstGeom prst="rect">
            <a:avLst/>
          </a:prstGeom>
          <a:noFill/>
          <a:ln>
            <a:solidFill>
              <a:schemeClr val="tx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動画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369F5C1-F9F0-4C36-FEC4-26635C13AD66}"/>
              </a:ext>
            </a:extLst>
          </p:cNvPr>
          <p:cNvSpPr/>
          <p:nvPr/>
        </p:nvSpPr>
        <p:spPr>
          <a:xfrm>
            <a:off x="5797260" y="730955"/>
            <a:ext cx="829618" cy="435690"/>
          </a:xfrm>
          <a:prstGeom prst="rect">
            <a:avLst/>
          </a:prstGeom>
          <a:noFill/>
          <a:ln>
            <a:solidFill>
              <a:schemeClr val="tx2"/>
            </a:solidFill>
            <a:prstDash val="sysDash"/>
          </a:ln>
          <a:effectLst/>
        </p:spPr>
        <p:txBody>
          <a:bodyPr rtlCol="0" anchor="ctr"/>
          <a:lstStyle/>
          <a:p>
            <a:pPr algn="ctr">
              <a:buClrTx/>
              <a:buFontTx/>
              <a:buNone/>
            </a:pPr>
            <a:r>
              <a:rPr kumimoji="1" lang="ja-JP" altLang="en-US" sz="1200" kern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バナー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F28DF45-4F2C-909C-D795-1A5AA8075B6D}"/>
              </a:ext>
            </a:extLst>
          </p:cNvPr>
          <p:cNvSpPr/>
          <p:nvPr/>
        </p:nvSpPr>
        <p:spPr>
          <a:xfrm>
            <a:off x="4906902" y="730188"/>
            <a:ext cx="829618" cy="435690"/>
          </a:xfrm>
          <a:prstGeom prst="rect">
            <a:avLst/>
          </a:prstGeom>
          <a:noFill/>
          <a:ln>
            <a:solidFill>
              <a:schemeClr val="tx2"/>
            </a:solidFill>
            <a:prstDash val="sysDash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検索</a:t>
            </a:r>
          </a:p>
        </p:txBody>
      </p:sp>
      <p:graphicFrame>
        <p:nvGraphicFramePr>
          <p:cNvPr id="32" name="図表 31">
            <a:extLst>
              <a:ext uri="{FF2B5EF4-FFF2-40B4-BE49-F238E27FC236}">
                <a16:creationId xmlns:a16="http://schemas.microsoft.com/office/drawing/2014/main" id="{A19120EA-BF97-4333-DFAC-874F7BB0995E}"/>
              </a:ext>
            </a:extLst>
          </p:cNvPr>
          <p:cNvGraphicFramePr/>
          <p:nvPr/>
        </p:nvGraphicFramePr>
        <p:xfrm>
          <a:off x="8473303" y="730955"/>
          <a:ext cx="1376241" cy="1131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37744" y="2542032"/>
            <a:ext cx="9436608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1F497D"/>
                </a:solidFill>
                <a:latin typeface="メイリオ"/>
                <a:ea typeface="メイリオ"/>
                <a:cs typeface="メイリオ"/>
              </a:rPr>
              <a:t>終了した対象タグと今後のスケジュール</a:t>
            </a:r>
            <a:endParaRPr sz="1400" b="1" dirty="0">
              <a:solidFill>
                <a:srgbClr val="1F497D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00472" y="4653464"/>
            <a:ext cx="9098280" cy="5037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※記事上の対象サービスは「検索広告（ショッピング）」と表記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dirty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※新規にコンバージョン測定タグを発行する場合は「計測タグ」を利用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dirty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※従来版タグを利用した計測の終了日は、決まり次第LINEヤフーより案内予定</a:t>
            </a: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58C374FE-979E-CF3F-DCE5-F1A471EB4A21}"/>
              </a:ext>
            </a:extLst>
          </p:cNvPr>
          <p:cNvGraphicFramePr>
            <a:graphicFrameLocks noGrp="1"/>
          </p:cNvGraphicFramePr>
          <p:nvPr/>
        </p:nvGraphicFramePr>
        <p:xfrm>
          <a:off x="188598" y="3140968"/>
          <a:ext cx="7860747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0249">
                  <a:extLst>
                    <a:ext uri="{9D8B030D-6E8A-4147-A177-3AD203B41FA5}">
                      <a16:colId xmlns:a16="http://schemas.microsoft.com/office/drawing/2014/main" val="3451723536"/>
                    </a:ext>
                  </a:extLst>
                </a:gridCol>
                <a:gridCol w="2000137">
                  <a:extLst>
                    <a:ext uri="{9D8B030D-6E8A-4147-A177-3AD203B41FA5}">
                      <a16:colId xmlns:a16="http://schemas.microsoft.com/office/drawing/2014/main" val="3572509560"/>
                    </a:ext>
                  </a:extLst>
                </a:gridCol>
                <a:gridCol w="3240361">
                  <a:extLst>
                    <a:ext uri="{9D8B030D-6E8A-4147-A177-3AD203B41FA5}">
                      <a16:colId xmlns:a16="http://schemas.microsoft.com/office/drawing/2014/main" val="31795414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対象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日付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内容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338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ウェブ（従来版）・電話発信タグの新規作成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400" b="0" dirty="0">
                          <a:solidFill>
                            <a:srgbClr val="40404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10月6日</a:t>
                      </a:r>
                      <a:endParaRPr kumimoji="1" lang="ja-JP" altLang="en-US" sz="14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dirty="0">
                          <a:solidFill>
                            <a:srgbClr val="40404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新規作成を終了。既存設定は引き続き編集可能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09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400" dirty="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従来版タグを利用した計測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ja-JP" sz="1400" b="0" dirty="0">
                          <a:solidFill>
                            <a:srgbClr val="404040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未定</a:t>
                      </a:r>
                      <a:endParaRPr kumimoji="1" lang="ja-JP" altLang="en-US" sz="1400" dirty="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ja-JP" altLang="en-US" sz="1400" b="0" dirty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今後提供終了予定。終了日は決まり次第案内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0455163"/>
                  </a:ext>
                </a:extLst>
              </a:tr>
            </a:tbl>
          </a:graphicData>
        </a:graphic>
      </p:graphicFrame>
      <p:sp>
        <p:nvSpPr>
          <p:cNvPr id="200" name="Rounded Rectangle 26"/>
          <p:cNvSpPr/>
          <p:nvPr/>
        </p:nvSpPr>
        <p:spPr>
          <a:xfrm>
            <a:off x="8150000" y="3000000"/>
            <a:ext cx="1560000" cy="720000"/>
          </a:xfrm>
          <a:prstGeom prst="roundRect">
            <a:avLst>
              <a:gd name="adj" fmla="val 12000"/>
            </a:avLst>
          </a:prstGeom>
          <a:noFill/>
          <a:ln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497D"/>
                </a:solidFill>
                <a:latin typeface="メイリオ"/>
                <a:ea typeface="メイリオ"/>
                <a:cs typeface="メイリオ"/>
              </a:rPr>
              <a:t>従来版タグ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F497D"/>
                </a:solidFill>
                <a:latin typeface="メイリオ"/>
                <a:ea typeface="メイリオ"/>
                <a:cs typeface="メイリオ"/>
              </a:rPr>
              <a:t>新規作成を終了</a:t>
            </a:r>
          </a:p>
        </p:txBody>
      </p:sp>
      <p:sp>
        <p:nvSpPr>
          <p:cNvPr id="201" name="Rounded Rectangle 26"/>
          <p:cNvSpPr/>
          <p:nvPr/>
        </p:nvSpPr>
        <p:spPr>
          <a:xfrm>
            <a:off x="8150000" y="4380000"/>
            <a:ext cx="1560000" cy="720000"/>
          </a:xfrm>
          <a:prstGeom prst="roundRect">
            <a:avLst>
              <a:gd name="adj" fmla="val 12000"/>
            </a:avLst>
          </a:prstGeom>
          <a:solidFill>
            <a:srgbClr val="DBE5F1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497D"/>
                </a:solidFill>
                <a:latin typeface="メイリオ"/>
                <a:ea typeface="メイリオ"/>
                <a:cs typeface="メイリオ"/>
              </a:rPr>
              <a:t>計測タグ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F497D"/>
                </a:solidFill>
                <a:latin typeface="メイリオ"/>
                <a:ea typeface="メイリオ"/>
                <a:cs typeface="メイリオ"/>
              </a:rPr>
              <a:t>新規発行はこちら</a:t>
            </a:r>
          </a:p>
        </p:txBody>
      </p:sp>
      <p:sp>
        <p:nvSpPr>
          <p:cNvPr id="202" name="Flow arrow"/>
          <p:cNvSpPr/>
          <p:nvPr/>
        </p:nvSpPr>
        <p:spPr>
          <a:xfrm>
            <a:off x="8740000" y="3800000"/>
            <a:ext cx="380000" cy="500000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kumimoji="1" sz="1400" b="1" dirty="0" smtClean="0">
            <a:latin typeface="メイリオ" panose="020B0604030504040204" pitchFamily="50" charset="-128"/>
            <a:ea typeface="メイリオ" panose="020B0604030504040204" pitchFamily="50" charset="-128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WEB広告トレンドレポート_2026年6月</Template>
  <TotalTime>5158</TotalTime>
  <Words>343</Words>
  <Application>Microsoft Office PowerPoint</Application>
  <PresentationFormat>A4 210 x 297 mm</PresentationFormat>
  <Paragraphs>66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9" baseType="lpstr">
      <vt:lpstr>Meiryo UI</vt:lpstr>
      <vt:lpstr>メイリオ</vt:lpstr>
      <vt:lpstr>游ゴシック</vt:lpstr>
      <vt:lpstr>Arial</vt:lpstr>
      <vt:lpstr>Calibri</vt:lpstr>
      <vt:lpstr>Century Gothic</vt:lpstr>
      <vt:lpstr>DYMJAPAN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池田 嘉美</dc:creator>
  <cp:lastModifiedBy>岡庭 悠大</cp:lastModifiedBy>
  <cp:revision>81</cp:revision>
  <cp:lastPrinted>2026-07-21T08:53:03Z</cp:lastPrinted>
  <dcterms:created xsi:type="dcterms:W3CDTF">2026-07-15T09:08:48Z</dcterms:created>
  <dcterms:modified xsi:type="dcterms:W3CDTF">2026-10-27T08:13:15Z</dcterms:modified>
</cp:coreProperties>
</file>