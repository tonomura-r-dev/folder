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75"/>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3019" r:id="rId72"/>
    <p:sldId id="2951" r:id="rId41"/>
    <p:sldId id="3023" r:id="rId76"/>
    <p:sldId id="3024" r:id="rId77"/>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9.xml"/><Relationship Id="rId74" Type="http://schemas.openxmlformats.org/officeDocument/2006/relationships/slide" Target="slides/slide49.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5"/>
          <a:stretch>
            <a:fillRect/>
          </a:stretch>
        </p:blipFill>
        <p:spPr>
          <a:xfrm>
            <a:off x="507335" y="2271234"/>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4"/>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cs typeface="メイリオ"/>
              </a:rPr>
              <a:t>セミナー前日の</a:t>
            </a:r>
            <a:endParaRPr lang="en-US" sz="1200" b="0" u="none" strike="noStrike">
              <a:solidFill>
                <a:srgbClr val="FFFFFF"/>
              </a:solidFill>
              <a:effectLst/>
              <a:uFillTx/>
              <a:latin typeface="メイリオ"/>
              <a:ea typeface="メイリオ"/>
              <a:cs typeface="メイリオ"/>
            </a:endParaRPr>
          </a:p>
          <a:p>
            <a:pPr algn="ctr" defTabSz="914400">
              <a:lnSpc>
                <a:spcPct val="90000"/>
              </a:lnSpc>
            </a:pPr>
            <a:r>
              <a:rPr lang="ja-JP" sz="1200" b="0" u="none" strike="noStrike">
                <a:solidFill>
                  <a:schemeClr val="lt1"/>
                </a:solidFill>
                <a:effectLst/>
                <a:uFillTx/>
                <a:latin typeface="メイリオ"/>
                <a:ea typeface="メイリオ"/>
                <a:cs typeface="メイリオ"/>
              </a:rPr>
              <a:t>お知らせ</a:t>
            </a:r>
            <a:endParaRPr lang="en-US" sz="1200" b="0" u="none" strike="noStrike">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月次レポート・</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定例会</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月1回</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個別チャット</a:t>
            </a:r>
            <a:endParaRPr lang="en-US" sz="1300" b="0" u="none" strike="noStrike">
              <a:solidFill>
                <a:srgbClr val="FFFFFF"/>
              </a:solidFill>
              <a:effectLst/>
              <a:uFillTx/>
              <a:latin typeface="メイリオ"/>
              <a:ea typeface="メイリオ"/>
              <a:cs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