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20.xml"/><Relationship Id="rId38" Type="http://schemas.openxmlformats.org/officeDocument/2006/relationships/slide" Target="slides/slide24.xml"/><Relationship Id="rId39" Type="http://schemas.openxmlformats.org/officeDocument/2006/relationships/slide" Target="slides/slide27.xml"/><Relationship Id="rId40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5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LINE経由の中で、配信より多い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625181"/>
            <a:ext cx="8319744" cy="284947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548578"/>
            <a:ext cx="8319744" cy="42742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213238"/>
            <a:ext cx="2053440" cy="291310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21323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3204503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419576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213238"/>
            <a:ext cx="2424384" cy="2913106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490482"/>
            <a:ext cx="8319744" cy="48551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752051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283054"/>
            <a:ext cx="1656000" cy="30343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520854"/>
            <a:ext cx="8319744" cy="455145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525948"/>
            <a:ext cx="8319744" cy="45005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92800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2067314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5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982930"/>
            <a:ext cx="8319744" cy="4554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この3つは、サイトに「条件別の検索結果ページ」と「LINEとの会員連携」があれば再現可能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359255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203819"/>
            <a:ext cx="2616480" cy="1652572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808640"/>
            <a:ext cx="2616480" cy="359255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203819"/>
            <a:ext cx="2616480" cy="1652572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808640"/>
            <a:ext cx="2616480" cy="359255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203819"/>
            <a:ext cx="2616480" cy="1652572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4071947"/>
            <a:ext cx="8319744" cy="243171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395277"/>
            <a:ext cx="4040640" cy="934063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395277"/>
            <a:ext cx="4047264" cy="934063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544893"/>
            <a:ext cx="8319744" cy="431106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3941280" cy="3933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210220"/>
            <a:ext cx="3941280" cy="207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309618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75520"/>
            <a:ext cx="3941280" cy="3933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210220"/>
            <a:ext cx="3941280" cy="207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・登録と同じ画面で、友だち追加もご案内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4437540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839120"/>
            <a:ext cx="8319744" cy="9521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3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3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4166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5209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38068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76291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76291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8852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626742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626742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638971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※月約17人＝サイトからの応募（月約47件）×完了画面の表示80%×友だち追加45%の想定／求人ボックス・Indeed経由は対象外／画面はイメージです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92800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56905"/>
            <a:ext cx="1872000" cy="621509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56905"/>
            <a:ext cx="1296000" cy="621509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95132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365659"/>
            <a:ext cx="1512000" cy="1657358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365659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365659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365659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4318641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4318641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4318641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5478792"/>
            <a:ext cx="8316000" cy="49720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6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612840" y="1610640"/>
          <a:ext cx="7223036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644" y="1630165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44" y="2807813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612840" y="5602320"/>
            <a:ext cx="8681472" cy="389048"/>
          </a:xfrm>
          <a:prstGeom prst="rect">
            <a:avLst/>
          </a:prstGeom>
          <a:noFill/>
        </p:spPr>
        <p:txBody>
          <a:bodyPr wrap="square" lIns="0" tIns="20736" rIns="48384" bIns="2073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17619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93983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09398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09398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09398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422963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42296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42296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422963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751940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751940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751940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751940"/>
            <a:ext cx="231840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17619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93983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093983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093983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422963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422963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422963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751940"/>
            <a:ext cx="1092960" cy="1224059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751940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751940"/>
            <a:ext cx="3510720" cy="122405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2207031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2207031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開発の作り直しを避ける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リニューアルの要件に入れれば、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サイトの二度手間を避けられる。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2207031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4160538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231732"/>
            <a:ext cx="7054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463115"/>
            <a:ext cx="705456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801289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4872484"/>
            <a:ext cx="3312000" cy="213583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4872484"/>
            <a:ext cx="3742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5103866"/>
            <a:ext cx="331200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548832"/>
            <a:ext cx="8319744" cy="42716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371723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84416"/>
            <a:ext cx="2616480" cy="200730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775520"/>
            <a:ext cx="2616480" cy="371723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84416"/>
            <a:ext cx="2616480" cy="200730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775520"/>
            <a:ext cx="2616480" cy="371723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84416"/>
            <a:ext cx="2616480" cy="200730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414759"/>
            <a:ext cx="8319744" cy="892137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2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529931"/>
            <a:ext cx="8319744" cy="446068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493053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493053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あいさつ・リッチメニュー・配信の設計、各ツールとLINEの連携、離脱防止の設置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28119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928119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LINEを追加してもらう期間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離脱防止ポップアップなどで、LINEを追加してもらう（この期間の数字はシミュレーションに含めない）</a:t>
            </a:r>
          </a:p>
        </p:txBody>
      </p:sp>
      <p:sp>
        <p:nvSpPr>
          <p:cNvPr id="12" name="Rounded Rectangle 8"/>
          <p:cNvSpPr/>
          <p:nvPr/>
        </p:nvSpPr>
        <p:spPr>
          <a:xfrm>
            <a:off x="793680" y="3210586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3" name="Rounded Rectangle 9"/>
          <p:cNvSpPr/>
          <p:nvPr/>
        </p:nvSpPr>
        <p:spPr>
          <a:xfrm>
            <a:off x="2085359" y="3210586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リニューアルのサイト制作への組み込み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サンクスLINE誘導・Profile+の実装を、リニューアルのサイト制作に組み込む</a:t>
            </a:r>
          </a:p>
        </p:txBody>
      </p:sp>
      <p:sp>
        <p:nvSpPr>
          <p:cNvPr id="14" name="Rounded Rectangle 10"/>
          <p:cNvSpPr/>
          <p:nvPr/>
        </p:nvSpPr>
        <p:spPr>
          <a:xfrm>
            <a:off x="793680" y="4645652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5" name="Rounded Rectangle 11"/>
          <p:cNvSpPr/>
          <p:nvPr/>
        </p:nvSpPr>
        <p:spPr>
          <a:xfrm>
            <a:off x="2085359" y="4645652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リニューアル公開と同時に運用を本格化（月額の固定費）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「LINEで登録」・サンクスLINE誘導が稼働し、計測と配信を本格化</a:t>
            </a:r>
          </a:p>
        </p:txBody>
      </p:sp>
      <p:sp>
        <p:nvSpPr>
          <p:cNvPr id="16" name="Rounded Rectangle 12"/>
          <p:cNvSpPr/>
          <p:nvPr/>
        </p:nvSpPr>
        <p:spPr>
          <a:xfrm>
            <a:off x="793680" y="5363185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7" name="Rounded Rectangle 13"/>
          <p:cNvSpPr/>
          <p:nvPr/>
        </p:nvSpPr>
        <p:spPr>
          <a:xfrm>
            <a:off x="2085359" y="5363185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Profile+の審査期間は、申請内容により変わります／組み込みの時期は、サイト制作の進行に応じて決定／求人ボックス・Indeed経由の応募者への導線は、着地先を確認のうえ決定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203220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930482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360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89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30015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4014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5274000"/>
            <a:ext cx="9043200" cy="54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8165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533592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156398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239200"/>
            <a:ext cx="1656000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156398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777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860200"/>
            <a:ext cx="1599705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777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398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481200"/>
            <a:ext cx="1548101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398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102200"/>
            <a:ext cx="364320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293950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4102200"/>
            <a:ext cx="440496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534420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92800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