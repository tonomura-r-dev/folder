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21"/>
    <p:sldId id="259" r:id="rId5"/>
    <p:sldId id="261" r:id="rId6"/>
    <p:sldId id="263" r:id="rId7"/>
    <p:sldId id="264" r:id="rId8"/>
    <p:sldId id="265" r:id="rId9"/>
    <p:sldId id="266" r:id="rId10"/>
  </p:sldIdLst>
  <p:sldSz cx="9906000" cy="6858000" type="A4"/>
  <p:notesSz cx="6799263" cy="9929813"/>
  <p:embeddedFontLs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1" Type="http://schemas.openxmlformats.org/officeDocument/2006/relationships/slide" Target="slides/slide4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変更点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。アプリが入っていない場合は、通知内容に関連するWebページへ遷移する。シームレスな導線で、ユーザー体験が向上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7548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費用と必要な手続き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審査費は10万円（税抜）／1UX。承認時のみ発生し、否認の場合はかからない。申し込みはLBPMのUX追加申請から行い、2026年9月9日（水）から受付中。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3108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遷移の方式：</a:t>
            </a:r>
            <a:r>
              <a:rPr sz="1400">
                <a:solidFill>
                  <a:srgbClr val="333333"/>
                </a:solidFill>
                <a:latin typeface="メイリオ"/>
              </a:rPr>
              <a:t>iPhone／Androidの標準の仕組み（Universal links／App Links）でアプリを開くこと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ドメインの一致：</a:t>
            </a:r>
            <a:r>
              <a:rPr sz="1400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アプリ未インストール時：</a:t>
            </a:r>
            <a:r>
              <a:rPr sz="1400">
                <a:solidFill>
                  <a:srgbClr val="333333"/>
                </a:solidFill>
                <a:latin typeface="メイリオ"/>
              </a:rPr>
              <a:t>通知内容に関連するWebページを表示すること（App Store／Google Playへの自動遷移は不可）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表示内容の一致：</a:t>
            </a:r>
            <a:r>
              <a:rPr sz="1400">
                <a:solidFill>
                  <a:srgbClr val="333333"/>
                </a:solidFill>
                <a:latin typeface="メイリオ"/>
              </a:rPr>
              <a:t>アプリとWebで同じ内容を表示すること（アプリはマイページ・Webはトップページ、のような構成は不可）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変わったこと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・請求書の発行元が、AGPからLBPMに変わった（2026年9月受領分＝10月初めに発行される請求書から）。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・LBPM上の発注画面と申請方法が新しくなった。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919472"/>
            <a:ext cx="8814816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1154</Words>
  <Application>Microsoft Office PowerPoint</Application>
  <PresentationFormat>A4 210 x 297 mm</PresentationFormat>
  <Paragraphs>234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Meiryo</vt:lpstr>
      <vt:lpstr>Century Gothic</vt:lpstr>
      <vt:lpstr>Arial</vt:lpstr>
      <vt:lpstr>Calibri</vt:lpstr>
      <vt:lpstr>Meiryo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3</cp:revision>
  <dcterms:created xsi:type="dcterms:W3CDTF">2021-08-26T12:24:15Z</dcterms:created>
  <dcterms:modified xsi:type="dcterms:W3CDTF">2026-10-21T06:38:00Z</dcterms:modified>
</cp:coreProperties>
</file>