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906000" cy="6858000" type="A4"/>
  <p:notesSz cx="6799263" cy="9929813"/>
  <p:embeddedFontLs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Meiryo" panose="020B0604030504040204" pitchFamily="50" charset="-128"/>
      <p:regular r:id="rId14"/>
      <p:bold r:id="rId15"/>
      <p:italic r:id="rId16"/>
      <p:boldItalic r:id="rId17"/>
    </p:embeddedFont>
    <p:embeddedFont>
      <p:font typeface="Century Gothic" panose="020B050202020202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アプリを運営している全業種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これまで一律禁止だった、LINE通知メッセージからネイティブアプリへの遷移が、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LINEヤフーの審査で承認された場合に限り解禁された。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2026年9月9日（水）からLBPMで審査受付を開始（審査費 10万円／1UX・税抜）。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一律でWebサイトへ遷移（ネイティブアプリへの遷移は禁止）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審査承認でネイティブアプリへ遷移可能に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エッセンシャル／パフォーマンス／アンリミテッドプランが対象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シームレスな導線でUXが向上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アプリがインストール済みならアプリへ直接遷移、未インストールなら通知内容に関連するWebページへ遷移する。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主な遷移条件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Universal links／App Linksであること、送信元と同一ドメインであること、アプリとWebで表示内容が同じであること。ストアへの自動遷移は不可。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アプリ遷移審査は有償オプションで選択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2026年9月9日からの新しい発注画面では、申請フォームの入力後に金額計算画面が出る。ネイティブアプリ遷移は有償オプションから選ぶ。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【LINE公式アカウント】「分析」データ参照期間 リリース日の変更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9月号でご案内した「分析」タブの参照期間を過去36カ月に変更する件について、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リリース日が2026年11月頃から2027年2月頃に変更された。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36カ月より前の実績値が必要な場合は、仕様変更前に確認しておく。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リリース日：2026年11月頃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リリース日：2027年2月頃に変更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日程は決まり次第、管理画面のお知らせで案内（変更の場合あり）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影響は「分析」タブの実績値のみ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Web版管理画面・管理アプリの「分析」タブが対象。それ以外のデータや、作成済みのメッセージには影響しない。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過去データは変更前にダウンロード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36カ月より前の実績値が必要な場合は事前に確認する。「分析」タブの一部データはダウンロードできる。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各種オプションをご利用中の全業種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【LINE公式アカウント】「利用と請求」のメンテナンス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「利用と請求」の一部申し込み・契約画面のメンテナンスが実施される。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日程は2026年9月14日（月）14:00〜14:30頃の予定。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期間中は、CRM・レストラン・Beautyオプションの新規申込・契約変更ができない。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日程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2026年9月14日（月）14:00〜14:30頃。日程・時間は前後する場合あり。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利用できない操作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新規申込・契約変更（解約予約・解約予約キャンセル）。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CRMオプション／レストランオプション／Beautyオプション。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利用中の機能は通常どおり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顧客管理・飲食注文・サロン予約など、利用中の機能はメンテナンス中も使える。チャットProオプションは影響なし。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1011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27612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642138" y="3068960"/>
            <a:ext cx="222885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326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9326880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1299</Words>
  <Application>Microsoft Office PowerPoint</Application>
  <PresentationFormat>A4 210 x 297 mm</PresentationFormat>
  <Paragraphs>291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Meiryo</vt:lpstr>
      <vt:lpstr>Century Gothic</vt:lpstr>
      <vt:lpstr>Arial</vt:lpstr>
      <vt:lpstr>Meiryo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2026-10-21T05:24:49Z</dcterms:modified>
</cp:coreProperties>
</file>