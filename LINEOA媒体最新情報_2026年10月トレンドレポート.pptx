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709930" y="3403931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709930" y="4877639"/>
            <a:ext cx="848613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22028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47872" y="322028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47104" y="3220289"/>
            <a:ext cx="2816352" cy="822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47488" y="4180409"/>
            <a:ext cx="4315968" cy="21717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注意点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・発注時、備考欄に次の文言を記載</a:t>
            </a:r>
            <a:br>
              <a:rPr sz="1200">
                <a:solidFill>
                  <a:srgbClr val="333333"/>
                </a:solidFill>
                <a:latin typeface="メイリオ"/>
              </a:rPr>
            </a:br>
            <a:r>
              <a:rPr sz="1200">
                <a:solidFill>
                  <a:srgbClr val="333333"/>
                </a:solidFill>
                <a:latin typeface="メイリオ"/>
              </a:rPr>
              <a:t>　「FY26 Winter Campaign適用」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・配信中・発注受領済みの案件には適用できない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・他の割引・キャンペーンとは併用できない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・記載のない条件は、最新の媒体資料に準拠</a:t>
            </a:r>
          </a:p>
        </p:txBody>
      </p:sp>
      <p:sp>
        <p:nvSpPr>
          <p:cNvPr id="69" name="Rounded Rectangle 67_cond"/>
          <p:cNvSpPr/>
          <p:nvPr/>
        </p:nvSpPr>
        <p:spPr>
          <a:xfrm>
            <a:off x="548640" y="4180409"/>
            <a:ext cx="4315968" cy="21717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対象条件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・対象期間：2026/12/1（火）〜2027/3/31（水）</a:t>
            </a:r>
            <a:br>
              <a:rPr sz="1200">
                <a:solidFill>
                  <a:srgbClr val="333333"/>
                </a:solidFill>
                <a:latin typeface="メイリオ"/>
              </a:rPr>
            </a:br>
            <a:r>
              <a:rPr sz="1200">
                <a:solidFill>
                  <a:srgbClr val="333333"/>
                </a:solidFill>
                <a:latin typeface="メイリオ"/>
              </a:rPr>
              <a:t>　※2027/3/31までに掲載が終わる案件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・対象メニュー：Friends Swipe AD／Video AD</a:t>
            </a:r>
            <a:br>
              <a:rPr sz="1200">
                <a:solidFill>
                  <a:srgbClr val="333333"/>
                </a:solidFill>
                <a:latin typeface="メイリオ"/>
              </a:rPr>
            </a:br>
            <a:r>
              <a:rPr sz="1200">
                <a:solidFill>
                  <a:srgbClr val="333333"/>
                </a:solidFill>
                <a:latin typeface="メイリオ"/>
              </a:rPr>
              <a:t>　※リーチ最適化配信を含む。デリタゲ配信は対象外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・対象の配信：ALL配信のみ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・対象クライアント：全クライアント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>
                <a:solidFill>
                  <a:srgbClr val="333333"/>
                </a:solidFill>
                <a:latin typeface="メイリオ"/>
              </a:rPr>
              <a:t>・最低発注金額：200万円〜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