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7" r:id="rId5"/>
    <p:sldId id="268" r:id="rId6"/>
    <p:sldId id="261" r:id="rId7"/>
    <p:sldId id="263" r:id="rId8"/>
    <p:sldId id="264" r:id="rId9"/>
    <p:sldId id="265" r:id="rId10"/>
    <p:sldId id="266" r:id="rId11"/>
  </p:sldIdLst>
  <p:sldSz cx="9906000" cy="6858000" type="A4"/>
  <p:notesSz cx="6799263" cy="9929813"/>
  <p:embeddedFontLs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Century Gothic" panose="020B0502020202020204" pitchFamily="3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5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P.3-4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LINE通知メッセージのボタンから、自社のネイティブアプリを直接開けるようになった。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LINEヤフーの審査に通ることが条件で、アプリが入っていない場合はWebページへ遷移する。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54680"/>
            <a:ext cx="8814816" cy="141732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LINE通知メッセージのボタンから、自社のネイティブアプリを直接開けるようになった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アプリが入っていない場合は、通知内容に関連するWebページへ遷移する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シームレスな導線で、ユーザー体験が向上する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4754880"/>
            <a:ext cx="8814816" cy="141732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費用と必要な手続き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審査費は10万円（税抜）／1UX。承認時のみ発生し、否認の場合はかからない。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申し込みはLBPMのUX追加申請から</a:t>
            </a:r>
            <a:r>
              <a:rPr lang="ja-JP" altLang="en-US" sz="140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行う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ネイティブアプリへ遷移させるには、LINEヤフーの審査で次の4つを満たす必要がある。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条件はLINE通知メッセージ（フレキシブル／テンプレート）のUXガイドラインに記載。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対象プラン：エッセンシャル／パフォーマンス／アンリミテッド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54680"/>
            <a:ext cx="8814816" cy="3108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>
                <a:solidFill>
                  <a:srgbClr val="15133D"/>
                </a:solidFill>
                <a:latin typeface="メイリオ"/>
              </a:rPr>
              <a:t>審査で確認される4つの条件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遷移の方式：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iPhone／Androidの標準の仕組み（Universal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links／App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Links）でアプリを開くこと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ドメインの一致：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送信元の公式ドメインと、遷移先URLのドメインが同じであること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アプリ未インストール時：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通知内容に関連するWebページを表示すること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（App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Store／Google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Playへの自動遷移は不可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表示内容の一致：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アプリとWebで同じ内容を表示すること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アプリはマイページ・Webはトップページ、のような構成は不可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LINE通知メッセージの「UX追加申請」は、新しい通知の型を使うときに出す申請。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2026年9月9日（水）から、LBPM上の発注画面と、請求書の発行元が変わった。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過去に作った申請は編集しても受領されないため、既存の案件をコピーして作り直す必要がある。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54680"/>
            <a:ext cx="8814816" cy="16002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lang="ja-JP" altLang="en-US" sz="2000" b="1" dirty="0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請求書の発行元が、AGPからLBPM</a:t>
            </a:r>
            <a:r>
              <a:rPr lang="ja-JP" altLang="en-US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（2026年9月受領分＝10月初めに発行される請求書から）。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LBPM上の発注画面と申請方法</a:t>
            </a:r>
            <a:endParaRPr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548640" y="4919472"/>
            <a:ext cx="8814816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新しい発注画面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・申請フォームを入力すると、そのあとに金額の計算画面が出る。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・請求書は、LBPMのメニューの「請求書DL」からダウンロードする。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2026年10月1日（木）リリースの新商品「LINEシリアルコードスタンプ」について、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媒体資料（更新版）と進行ガイド（2026年10月版）が公開された。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クリエイティブ基準の緩和と、独自のキャンペーン設計ルールがポイント。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クリエイティブ基準を3点緩和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この商品に限り、飲酒表現（注記必須）・実写素材（CM・ポスターの転用可）・PR要素の個数（全体の1/4以内→制限なし）を緩和。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告知できる面・できない面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広告主のLINE公式アカウント・アプリ・SNS・Web・店頭はOK。スタンプショップなどLINEヤフー保有アプリからの告知はNG。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シリアルコードの付与条件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Web・オフライン（購入・来店など）での条件達成はOK。アプリ内での条件達成や、獲得までにアプリ遷移を含む導線はNG。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コード発行は発注受領後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発注受領後にLBPMで申請し、3営業日を目途に納品。追加発注は不可。印刷・配荷がある場合はその日数も見込む。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プライバシー保護のため、開封・タップの統計は取得できない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ユニット単位の統計情報をAPIで取得可能に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開封・URLタップ・動画再生の人数をユニットごとに確認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送信時にユニット名を付ける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送信時にユニット名（1通に1つ）を指定して集計する。後から付けたり変えたりはできない。月1,000種類まで。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少ない数は表示されない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値が20未満（実人数20人未満）の項目は表示されない。送信数は含まれないため、開封率の分母は別で持っておく。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80972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17836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54700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200万円〜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最低発注金額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最新の媒体資料に準拠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544108" y="4623440"/>
          <a:ext cx="907829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4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9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2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対象セグメント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26/12/1〜27/3/31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Swipe AD／Video AD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8" name="Rounded Rectangle 67"/>
          <p:cNvSpPr/>
          <p:nvPr/>
        </p:nvSpPr>
        <p:spPr>
          <a:xfrm>
            <a:off x="544108" y="5629280"/>
            <a:ext cx="8817784" cy="7772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発注時の注意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備考欄に「FY26 Winter Campaign適用」と記載。配信中・発注受領済みの案件、他割引との併用、デリタゲ配信は対象外。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1319</Words>
  <Application>Microsoft Office PowerPoint</Application>
  <PresentationFormat>A4 210 x 297 mm</PresentationFormat>
  <Paragraphs>251</Paragraphs>
  <Slides>10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6" baseType="lpstr">
      <vt:lpstr>Meiryo</vt:lpstr>
      <vt:lpstr>Meiryo</vt:lpstr>
      <vt:lpstr>Century Gothic</vt:lpstr>
      <vt:lpstr>Calibri</vt:lpstr>
      <vt:lpstr>Arial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5</cp:revision>
  <dcterms:created xsi:type="dcterms:W3CDTF">2021-08-26T12:24:15Z</dcterms:created>
  <dcterms:modified xsi:type="dcterms:W3CDTF">2026-10-26T06:01:50Z</dcterms:modified>
</cp:coreProperties>
</file>