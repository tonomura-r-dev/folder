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906000" cy="6858000" type="A4"/>
  <p:notesSz cx="6799263" cy="9929813"/>
  <p:embeddedFontLs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Century Gothic" panose="020B0502020202020204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これまで一律禁止だった、LINE通知メッセージからネイティブアプリへの遷移が、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LINEヤフーの審査で承認された場合に限り解禁された。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2026年9月9日（水）からLBPMで審査受付を開始（審査費 10万円／1UX・税抜）。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一律でWebサイトへ遷移（ネイティブアプリへの遷移は禁止）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審査承認でネイティブアプリへ遷移可能に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エッセンシャル／パフォーマンス／アンリミテッドプランが対象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シームレスな導線でUXが向上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アプリがインストール済みならアプリへ直接遷移、未インストールなら通知内容に関連するWebページへ遷移する。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主な遷移条件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Universal links／App Linksであること、送信元と同一ドメインであること、アプリとWebで表示内容が同じであること。ストアへの自動遷移は不可。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「UX追加申請（LINE通知メッセージ）」の請求書の発行元が、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これまでのAGPからLBPMに変更される。発注画面・申請方法も合わせて変更。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2026年9月受領分（2026年10月月初の請求書発行分）から適用。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5133D"/>
                </a:solidFill>
                <a:latin typeface="メイリオ"/>
              </a:rPr>
              <a:t>請求書はAGPから発行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5133D"/>
                </a:solidFill>
                <a:latin typeface="メイリオ"/>
              </a:rPr>
              <a:t>請求書はLBPMから発行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2026年9月受領分（10月月初発行分）から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既存案件は再作成が必要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過去に作成した申請を編集しても受領されない。既存案件をコピーして再作成し、LBPMから改めて発注・申請する。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アプリ遷移は有償オプション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9月9日からの新しい発注画面で、ネイティブアプリ遷移の審査を有償オプションとして選ぶ。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前年比較で振り返る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小売・EC・飲食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9月号でご案内した「分析」タブの参照期間を過去36カ月に変更する件について、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リリース日が2026年11月頃から2027年2月頃に変更された。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36カ月より前の実績値が必要な場合は、仕様変更前に確認しておく。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リリース日：2026年11月頃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リリース日：2027年2月頃に変更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日程は決まり次第、管理画面のお知らせで案内（変更の場合あり）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影響は「分析」タブの実績値のみ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Web版管理画面・管理アプリの「分析」タブが対象。それ以外のデータや、作成済みのメッセージには影響しない。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過去データは事前に保存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36カ月より前の実績値が必要な場合は事前に確認する。「分析」タブの一部データはダウンロードできる。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71488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飲食店・美容サロン・小売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（各オプション利用中）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「利用と請求」の一部申し込み・契約画面のメンテナンスが実施される。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日程は2026年9月14日（月）14:00〜14:30頃の予定。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期間中は、CRM・レストラン・Beautyオプションの新規申込・契約変更ができない。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日程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2026年9月14日（月）14:00〜14:30頃。日程・時間は前後する場合あり。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利用できない操作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新規申込・契約変更（解約予約・解約予約キャンセル）。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CRMオプション／レストランオプション／Beautyオプション。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71488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利用中の機能は通常どおり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顧客管理・飲食注文・サロン予約など、利用中の機能はメンテナンス中も使える。チャットProオプションは影響なし。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71488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71488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714880"/>
            <a:ext cx="4322443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1299</Words>
  <Application>Microsoft Office PowerPoint</Application>
  <PresentationFormat>A4 210 x 297 mm</PresentationFormat>
  <Paragraphs>291</Paragraphs>
  <Slides>11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Meiryo</vt:lpstr>
      <vt:lpstr>Century Gothic</vt:lpstr>
      <vt:lpstr>Arial</vt:lpstr>
      <vt:lpstr>Meiryo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1</cp:revision>
  <dcterms:created xsi:type="dcterms:W3CDTF">2021-08-26T12:24:15Z</dcterms:created>
  <dcterms:modified xsi:type="dcterms:W3CDTF">2026-10-21T05:24:49Z</dcterms:modified>
</cp:coreProperties>
</file>