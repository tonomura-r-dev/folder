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967740" y="3313126"/>
            <a:ext cx="79705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7740" y="5044644"/>
            <a:ext cx="79705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5592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403931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77639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37459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785615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広告主のLINE公式アカウント・アプリ・SNS、Web全般（LINEヤフー広告も可）、店頭POP・屋外広告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LINEアプリ内の行動（友だち追加・アンケート回答、ミニアプリ内の行動）、広告主アプリ内の行動（会員登録など）、アプリのダウンロードが必須のもの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70865" y="3217876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0865" y="4877639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709930" y="3403931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・ユニットごとの統計情報を、LINE通知メッセージでもAPIで取得できるようになった。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・ユニットごとに、開封数・URLタップ数などを確認できる。</a:t>
            </a:r>
          </a:p>
        </p:txBody>
      </p:sp>
      <p:sp>
        <p:nvSpPr>
          <p:cNvPr id="70" name="Rounded Rectangle 67_note"/>
          <p:cNvSpPr/>
          <p:nvPr/>
        </p:nvSpPr>
        <p:spPr>
          <a:xfrm>
            <a:off x="709930" y="4877639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注意点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・ユニット名は送るときに付ける（1通に1つ・後から変更不可・月1,000種類まで）。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・20人未満の数字は表示されない。送信数は取れないため、開封率の分母は自社で持っておく。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325457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547872" y="325457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47104" y="325457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graphicFrame>
        <p:nvGraphicFramePr>
          <p:cNvPr id="69" name="Table 68"/>
          <p:cNvGraphicFramePr>
            <a:graphicFrameLocks noGrp="1"/>
          </p:cNvGraphicFramePr>
          <p:nvPr/>
        </p:nvGraphicFramePr>
        <p:xfrm>
          <a:off x="548640" y="4214699"/>
          <a:ext cx="8814816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7214616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2026/12/1（火）〜2027/3/31（水）　※2027/3/31までに掲載が終わる案件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Friends Swipe AD／Friends Video AD　※リーチ最適化配信を含む。デリタゲ配信は対象外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対象の配信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最低発注金額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200万円〜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注意点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・発注時、備考欄に「FY26 Winter Campaign適用」と記載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・配信中・発注受領済みの案件には適用できない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・他の割引・キャンペーンとは併用できない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・記載のない条件は、最新の媒体資料に準拠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_p10_0"/>
          <p:cNvSpPr/>
          <p:nvPr/>
        </p:nvSpPr>
        <p:spPr>
          <a:xfrm>
            <a:off x="2319020" y="3403931"/>
            <a:ext cx="526796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価格（改定前 → 改定後）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・プリンター：37,000円 → 41,700円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・キャッシュドロアー：16,000円 → 17,700円</a:t>
            </a:r>
          </a:p>
        </p:txBody>
      </p:sp>
      <p:sp>
        <p:nvSpPr>
          <p:cNvPr id="70" name="Rounded Rectangle 67_p10_1"/>
          <p:cNvSpPr/>
          <p:nvPr/>
        </p:nvSpPr>
        <p:spPr>
          <a:xfrm>
            <a:off x="2319020" y="4877639"/>
            <a:ext cx="526796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適用時期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・2027年2月上旬の予定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・改定日以降に購入した機材から、改定後の価格になる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