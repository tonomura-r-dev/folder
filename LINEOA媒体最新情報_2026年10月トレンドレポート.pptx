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7" r:id="rId5"/>
    <p:sldId id="268" r:id="rId6"/>
    <p:sldId id="261" r:id="rId7"/>
    <p:sldId id="269" r:id="rId21"/>
    <p:sldId id="263" r:id="rId8"/>
    <p:sldId id="264" r:id="rId9"/>
    <p:sldId id="265" r:id="rId10"/>
    <p:sldId id="266" r:id="rId11"/>
  </p:sldIdLst>
  <p:sldSz cx="9906000" cy="6858000" type="A4"/>
  <p:notesSz cx="6799263" cy="9929813"/>
  <p:embeddedFontLs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Meiryo" panose="020B0604030504040204" pitchFamily="50" charset="-128"/>
      <p:regular r:id="rId13"/>
      <p:bold r:id="rId14"/>
      <p:italic r:id="rId15"/>
      <p:boldItalic r:id="rId16"/>
    </p:embeddedFont>
    <p:embeddedFont>
      <p:font typeface="Century Gothic" panose="020B0502020202020204" pitchFamily="3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5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slide" Target="slides/slide7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P.6-7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313126"/>
            <a:ext cx="8814816" cy="154863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アプリが入っていない場合は、通知内容に関連するWebページへ遷移する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シームレスな導線で、ユーザー体験が向上する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5044644"/>
            <a:ext cx="8814816" cy="12146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費用と必要な手続き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申し込みはLBPMのUX追加申請から</a:t>
            </a:r>
            <a:r>
              <a:rPr lang="ja-JP" altLang="en-US" sz="14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行う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99715"/>
            <a:ext cx="8814816" cy="317296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>
                <a:solidFill>
                  <a:srgbClr val="15133D"/>
                </a:solidFill>
                <a:latin typeface="メイリオ"/>
              </a:rPr>
              <a:t>審査で確認される4つの条件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遷移の方式：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iPhone／Androidの標準の仕組み（Universal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links／App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Links）でアプリを開くこと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ドメインの一致：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アプリ未インストール時：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通知内容に関連するWebページを表示すること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（App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Store／Google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Playへの自動遷移は不可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表示内容の一致：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アプリとWebで同じ内容を表示すること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アプリはマイページ・Webはトップページ、のような構成は不可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LINE通知メッセージの「UX追加申請」は、新しい通知の型を使うときに出す申請。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2026年9月9日（水）から、LBPM上の発注画面と、請求書の発行元が変わった。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過去に作った申請は編集しても受領されないため、既存の案件をコピーして作り直す必要がある。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403931"/>
            <a:ext cx="8814816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lang="ja-JP" altLang="en-US" sz="2000" b="1" dirty="0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請求書の発行元が、AGPからLBPM</a:t>
            </a:r>
            <a:r>
              <a:rPr lang="ja-JP" altLang="en-US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（2026年9月受領分＝10月初めに発行される請求書から）。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LBPM上の発注画面と申請方法</a:t>
            </a:r>
            <a:endParaRPr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548640" y="4877639"/>
            <a:ext cx="8814816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新しい発注画面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・申請フォームを入力すると、そのあとに金額の計算画面が出る。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・請求書は、LBPMのメニューの「請求書DL」からダウンロードする。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2026年10月1日リリースの新商材。シリアルコードを入力した人だけが無料スタンプをもらえる。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コードの発行は発注を受けた後。印刷・配布がある場合は、その日数も見込んでスケジュールを組む。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告知やコード配布のルールに違反すると、Apple・Googleの指摘でキャンペーン停止になる場合も。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548640" y="3437459"/>
          <a:ext cx="881481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785615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/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OK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NG</a:t>
                      </a:r>
                    </a:p>
                  </a:txBody>
                  <a:tcPr anchor="ctr" marL="109728" marR="109728">
                    <a:solidFill>
                      <a:srgbClr val="1513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告知してよい場所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広告主のLINE公式アカウント・アプリ・SNS、Web全般（LINEヤフー広告も可）、店頭POP・屋外広告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LINEヤフーが持つアプリ（スタンプショップ、LINEミニアプリ、LINEヤフーの公式アカウントなど）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コードを渡す条件</a:t>
                      </a:r>
                    </a:p>
                  </a:txBody>
                  <a:tcPr anchor="ctr" marL="109728" marR="109728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Webでの行動（商品購入など）、店頭での行動（来店・購入）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LINEアプリ内の行動（友だち追加・アンケート回答、ミニアプリ内の行動）、広告主アプリ内の行動（会員登録など）、アプリのダウンロードが必須のもの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548640" y="5814899"/>
            <a:ext cx="8814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メイリオ"/>
              </a:rPr>
              <a:t>※ スタンプをもらうまでの流れに、アプリへの遷移が少しでも入るとNG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【LINEシリアルコードスタンプ】クリエイティブ基準の緩和と進め方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LINEシリアルコードスタンプに限り、クリエイティブの基準が3点緩和されている。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審査から開始までの流れと、コード発行・入稿の締切を押さえておく。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詳細は「LINEシリアルコードスタンプ 進行ガイド（2026年10月版）」に記載。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8640" y="3217876"/>
            <a:ext cx="8814816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クリエイティブの基準緩和（この商品だけ）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・飲酒表現：可（「お酒は20歳になってから」の注記が必須）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・実写素材：タレントの写真や、CM・ポスター素材の転用が可（品質基準あり。肖像権の処理は広告主側）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・PR要素（ロゴ・商品パッケージ）：通常は全体の1/4までのところ、個数の制限なし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48640" y="4877639"/>
            <a:ext cx="8814816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進め方の要点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・流れ：審査（広告主・キャンペーン内容）→ 発注 → シリアルコード発行 → 入稿 → 開始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・コードは申請から3営業日を目安にCSVで納品（テスト用1,000件付き）。追加発注は不可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・入稿の締切は、静止画で開始の6営業日前から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プライバシー保護のため、開封・タップの統計は取得できない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ユニット単位の統計情報をAPIで取得可能に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開封・URLタップ・動画再生の人数をユニットごとに確認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送信時にユニット名を付ける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送信時にユニット名（1通に1つ）を指定して集計する。後から付けたり変えたりはできない。月1,000種類まで。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少ない数は表示されない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値が20未満（実人数20人未満）の項目は表示されない。送信数は含まれないため、開封率の分母は別で持っておく。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80972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17836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54700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07829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9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2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8817784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1319</Words>
  <Application>Microsoft Office PowerPoint</Application>
  <PresentationFormat>A4 210 x 297 mm</PresentationFormat>
  <Paragraphs>251</Paragraphs>
  <Slides>10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Meiryo</vt:lpstr>
      <vt:lpstr>Meiryo</vt:lpstr>
      <vt:lpstr>Century Gothic</vt:lpstr>
      <vt:lpstr>Calibri</vt:lpstr>
      <vt:lpstr>Arial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5</cp:revision>
  <dcterms:created xsi:type="dcterms:W3CDTF">2021-08-26T12:24:15Z</dcterms:created>
  <dcterms:modified xsi:type="dcterms:W3CDTF">2026-10-26T06:01:50Z</dcterms:modified>
</cp:coreProperties>
</file>