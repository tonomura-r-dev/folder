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403931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877639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47872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47104" y="325457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548640" y="4214699"/>
          <a:ext cx="8814816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7214616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anchor="ctr" marL="109728" marR="109728" marT="18288" marB="1828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anchor="ctr" marL="109728" marR="10972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