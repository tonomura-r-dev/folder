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19.xml"/><Relationship Id="rId38" Type="http://schemas.openxmlformats.org/officeDocument/2006/relationships/slide" Target="slides/slide23.xml"/><Relationship Id="rId39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―LINEの初期構築と、サイト連携のご提案―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lvl="0" indent="-539750">
              <a:tabLst>
                <a:tab pos="447675" algn="l"/>
              </a:tabLst>
              <a:defRPr/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】</a:t>
            </a:r>
          </a:p>
          <a:p>
            <a:pPr marL="88900" lvl="0">
              <a:tabLst>
                <a:tab pos="447675" algn="l"/>
              </a:tabLst>
              <a:defRPr/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ja-JP" sz="700">
                <a:solidFill>
                  <a:schemeClr val="bg1"/>
                </a:solidFill>
              </a:rPr>
              <a:t>※</a:t>
            </a:r>
            <a:r>
              <a:rPr lang="ja-JP" altLang="en-US" sz="700">
                <a:solidFill>
                  <a:schemeClr val="bg1"/>
                </a:solidFill>
              </a:rPr>
              <a:t>受賞時の</a:t>
            </a:r>
            <a:r>
              <a:rPr lang="en-US" altLang="ja-JP" sz="700">
                <a:solidFill>
                  <a:schemeClr val="bg1"/>
                </a:solidFill>
              </a:rPr>
              <a:t>1</a:t>
            </a:r>
            <a:r>
              <a:rPr lang="ja-JP" altLang="en-US" sz="700">
                <a:solidFill>
                  <a:schemeClr val="bg1"/>
                </a:solidFill>
              </a:rPr>
              <a:t>枚</a:t>
            </a:r>
            <a:endParaRPr lang="en-US" altLang="ja-JP" sz="700" dirty="0">
              <a:solidFill>
                <a:schemeClr val="bg1"/>
              </a:solidFill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900" dirty="0"/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5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3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699943"/>
            <a:ext cx="903600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432000" y="3888000"/>
            <a:ext cx="9043200" cy="243677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LINE側は先に構築し、サイト側は実装を進めてつなぐ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実装後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4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432000" y="2015999"/>
          <a:ext cx="4391999" cy="177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432000" y="3869999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432000" y="500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30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692000" y="1530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470" y="1530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432000" y="3078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692000" y="3078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10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70" y="3078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432000" y="4626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692000" y="4626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10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384" y="4626000"/>
            <a:ext cx="810430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※月約17人＝サイトからの応募（月約47件）×完了画面の表示80%×友だち追加45%の想定／求人ボックス・Indeed経由は、完了画面の扱いを確認のうえ決定／画面はイメージです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432000" y="1512000"/>
          <a:ext cx="7524000" cy="41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42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6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8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8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338" y="1532339"/>
            <a:ext cx="1519200" cy="1012799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338" y="2759056"/>
            <a:ext cx="1519200" cy="2699364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432000" y="5670000"/>
            <a:ext cx="9043200" cy="40525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6か月目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6920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2876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8832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6920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2876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8832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6920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2876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8832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6920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872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6920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872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6920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872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サイトの改修が二度手間にならない。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LINEの構築を先に進め、サイトとの連携は実装を進めてつなぐことをご提案します。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サイト制作会社様と仕様をすり合わせて進めます。現行サイトに実装できる場合は、リニューアルを待たず先行します。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スケジュール｜初期構築を先に進め、サイトと連携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決定後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Profile+の申請、サイト制作会社様と仕様のすり合わせ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申請と並行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あいさつ・リッチメニュー・配信の設計、友だち追加の導線、サンクスLINE誘導（完了画面を触れる経路のみ）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実装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サイトへの実装と運用開始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会員登録のLINE化を実装。現行サイトで可能な範囲から先行し、リニューアル時は新サイトに組み込む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Profile+の審査期間は、申請内容により変わります／現行サイトへの実装可否、求人ボックス・Indeed経由の応募の扱いは、確認のうえ決定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成果シミュレーション（運用開始から6か月）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友だちが増えるほど応募も増え、4か月目に応募単価が2.5万円を下回る見込み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6か月目の応募単価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前提：会員登録のLINE化の開始月を1か月目とする／サイト来訪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4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32" y="1861200"/>
            <a:ext cx="5212935" cy="304174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432000" y="6246000"/>
            <a:ext cx="9043200" cy="176351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43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35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272000" y="1584000"/>
            <a:ext cx="18480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432000" y="829130"/>
            <a:ext cx="903600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endParaRPr/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432000" y="6282000"/>
            <a:ext cx="9043200" cy="211745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9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9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9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