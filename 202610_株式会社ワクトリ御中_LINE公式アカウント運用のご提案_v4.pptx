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25"/>
    <p:sldId id="3175" r:id="rId26"/>
    <p:sldId id="3176" r:id="rId27"/>
    <p:sldId id="2728" r:id="rId28"/>
    <p:sldId id="3160" r:id="rId29"/>
    <p:sldId id="3161" r:id="rId30"/>
    <p:sldId id="3162" r:id="rId31"/>
    <p:sldId id="3163" r:id="rId32"/>
    <p:sldId id="3164" r:id="rId33"/>
    <p:sldId id="3165" r:id="rId34"/>
    <p:sldId id="3166" r:id="rId35"/>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jpeg"/><Relationship Id="rId8" Type="http://schemas.openxmlformats.org/officeDocument/2006/relationships/image" Target="../media/image62.jp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hyperlink" Target="https://youtube.com/shorts/0qI4QgrOppQ"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8.jpeg"/><Relationship Id="rId5" Type="http://schemas.openxmlformats.org/officeDocument/2006/relationships/image" Target="../media/image69.jpeg"/><Relationship Id="rId6" Type="http://schemas.openxmlformats.org/officeDocument/2006/relationships/image" Target="../media/image70.jpeg"/><Relationship Id="rId7" Type="http://schemas.openxmlformats.org/officeDocument/2006/relationships/image" Target="../media/image71.jpeg"/><Relationship Id="rId8" Type="http://schemas.openxmlformats.org/officeDocument/2006/relationships/image" Target="../media/image7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検索の直前・当日に「派遣会社」「単発バイト」「リゾートバイト」などを検索。働き方を比べている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検索の当日〜1日後に「扶養内で働ける金額 2025」「国民健康保険料」など、お金・保険の検索が続く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当日〜3日後に「派遣会社 おすすめ企業」「バイトル」「スタッフサービス」「エン派遣」など、会社・サービスを比べる検索が続く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2〜7日後に「派遣 職場見学 落ちる確率」「履歴書 書き方」など、応募・面接の準備の検索が増える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Resort」の求人を、開始時期・エリアの答えで出し分け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サイト・広告から来る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求人ページ・トップのLINEボタン</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あいさつ・診断</a:t>
            </a:r>
          </a:p>
        </p:txBody>
      </p:sp>
      <p:sp>
        <p:nvSpPr>
          <p:cNvPr id="97" name="TextBox 96"/>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サイトに来た方を、LINEでつながる友だちにする</a:t>
            </a: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サイトに来た方（月 約8.6万UU）</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ボタンの訴求は「LINEで新着求人・開始月別の求人が届く」</a:t>
            </a:r>
          </a:p>
        </p:txBody>
      </p:sp>
      <p:sp>
        <p:nvSpPr>
          <p:cNvPr id="100" name="TextBox 99"/>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サイトのボタンからの友だち追加数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応募せずに離れようとする</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ポップアップ「LINEで新着求人を受け取る」</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7" name="TextBox 96"/>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応募せずに離れる方を、LINEで追える</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友だちにする</a:t>
            </a:r>
            <a:endParaRPr sz="1200" b="0" dirty="0">
              <a:solidFill>
                <a:srgbClr val="333333"/>
              </a:solidFill>
              <a:latin typeface="メイリオ"/>
              <a:ea typeface="メイリオ"/>
              <a:cs typeface="メイリオ"/>
            </a:endParaRP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求人ページを見て、応募せずに離れる方</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離れるタイミングで表示。開始時期・エリアに合う求人がLINEで届くと訴求</a:t>
            </a:r>
          </a:p>
        </p:txBody>
      </p:sp>
      <p:sp>
        <p:nvSpPr>
          <p:cNvPr id="100" name="TextBox 99"/>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表示回数・クリック率・友だち追加数</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（月 約680〜710人）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今のアンケート3問の答えで、合う求人を出す</a:t>
            </a:r>
          </a:p>
        </p:txBody>
      </p:sp>
      <p:sp>
        <p:nvSpPr>
          <p:cNvPr id="109" name="Rectangle 108"/>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10" name="Rectangle 109"/>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111" name="TextBox 110"/>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2" name="Rectangle 111"/>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13" name="Rectangle 112"/>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3問タップ（エントリー状況・開始時期・エリア）</a:t>
            </a:r>
          </a:p>
        </p:txBody>
      </p:sp>
      <p:sp>
        <p:nvSpPr>
          <p:cNvPr id="114" name="TextBox 113"/>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5" name="Rectangle 114"/>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6" name="Rectangle 115"/>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結果に合う求人を表示</a:t>
            </a:r>
          </a:p>
        </p:txBody>
      </p:sp>
      <p:sp>
        <p:nvSpPr>
          <p:cNvPr id="117" name="TextBox 116"/>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8" name="Rectangle 117"/>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9" name="Rectangle 118"/>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答えでタグ付け</a:t>
            </a:r>
          </a:p>
        </p:txBody>
      </p:sp>
      <p:sp>
        <p:nvSpPr>
          <p:cNvPr id="120" name="TextBox 119"/>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追加の直後に、合う求人と配信の出し分けを決める</a:t>
            </a:r>
          </a:p>
        </p:txBody>
      </p:sp>
      <p:sp>
        <p:nvSpPr>
          <p:cNvPr id="121" name="TextBox 120"/>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新しい友だち全員</a:t>
            </a:r>
          </a:p>
        </p:txBody>
      </p:sp>
      <p:sp>
        <p:nvSpPr>
          <p:cNvPr id="122" name="TextBox 121"/>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今のアンケート（エントリー状況・開始時期・エリア）の答えで、合う求人と配信を出し分ける</a:t>
            </a:r>
          </a:p>
        </p:txBody>
      </p:sp>
      <p:sp>
        <p:nvSpPr>
          <p:cNvPr id="123" name="TextBox 122"/>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回答率・結果からの求人クリック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
        <p:nvSpPr>
          <p:cNvPr id="105" name="Rectangle 104"/>
          <p:cNvSpPr/>
          <p:nvPr/>
        </p:nvSpPr>
        <p:spPr>
          <a:xfrm>
            <a:off x="1152144" y="272491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Day0　診断</a:t>
            </a:r>
          </a:p>
        </p:txBody>
      </p:sp>
      <p:sp>
        <p:nvSpPr>
          <p:cNvPr id="107" name="TextBox 106"/>
          <p:cNvSpPr txBox="1"/>
          <p:nvPr/>
        </p:nvSpPr>
        <p:spPr>
          <a:xfrm>
            <a:off x="1152144" y="320222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430828"/>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430828"/>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Day1〜2　働き方</a:t>
            </a:r>
          </a:p>
        </p:txBody>
      </p:sp>
      <p:sp>
        <p:nvSpPr>
          <p:cNvPr id="110" name="TextBox 109"/>
          <p:cNvSpPr txBox="1"/>
          <p:nvPr/>
        </p:nvSpPr>
        <p:spPr>
          <a:xfrm>
            <a:off x="1152144" y="3908145"/>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136745"/>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136745"/>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Day3〜4　お金の疑問</a:t>
            </a:r>
          </a:p>
        </p:txBody>
      </p:sp>
      <p:sp>
        <p:nvSpPr>
          <p:cNvPr id="113" name="TextBox 112"/>
          <p:cNvSpPr txBox="1"/>
          <p:nvPr/>
        </p:nvSpPr>
        <p:spPr>
          <a:xfrm>
            <a:off x="1152144" y="4614062"/>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484266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484266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Day6〜7　会社の選び方</a:t>
            </a:r>
          </a:p>
        </p:txBody>
      </p:sp>
      <p:sp>
        <p:nvSpPr>
          <p:cNvPr id="116" name="TextBox 115"/>
          <p:cNvSpPr txBox="1"/>
          <p:nvPr/>
        </p:nvSpPr>
        <p:spPr>
          <a:xfrm>
            <a:off x="1152144" y="5319979"/>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1152144" y="5548579"/>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5</a:t>
            </a:r>
          </a:p>
        </p:txBody>
      </p:sp>
      <p:sp>
        <p:nvSpPr>
          <p:cNvPr id="118" name="Rectangle 117"/>
          <p:cNvSpPr/>
          <p:nvPr/>
        </p:nvSpPr>
        <p:spPr>
          <a:xfrm>
            <a:off x="1655064" y="5548579"/>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Day10〜15　ENTRY</a:t>
            </a:r>
          </a:p>
        </p:txBody>
      </p:sp>
      <p:sp>
        <p:nvSpPr>
          <p:cNvPr id="119" name="TextBox 118"/>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追加から15日で、ENTRYまで信頼を</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積み上げる</a:t>
            </a:r>
            <a:endParaRPr sz="1200" b="0" dirty="0">
              <a:solidFill>
                <a:srgbClr val="333333"/>
              </a:solidFill>
              <a:latin typeface="メイリオ"/>
              <a:ea typeface="メイリオ"/>
              <a:cs typeface="メイリオ"/>
            </a:endParaRPr>
          </a:p>
        </p:txBody>
      </p:sp>
      <p:sp>
        <p:nvSpPr>
          <p:cNvPr id="120" name="TextBox 119"/>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その月の新しい友だち</a:t>
            </a:r>
          </a:p>
        </p:txBody>
      </p:sp>
      <p:sp>
        <p:nvSpPr>
          <p:cNvPr id="121" name="TextBox 120"/>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前後検索「派遣 登録」の順番に合わせた5通（24ページ）</a:t>
            </a:r>
          </a:p>
        </p:txBody>
      </p:sp>
      <p:sp>
        <p:nvSpPr>
          <p:cNvPr id="122" name="TextBox 121"/>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各通のクリック率・ENTRY数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診断の答え（開始時期・エリア）</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タグで分ける</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合う求人だけを配信</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全員への配信をやめ、合う求人だけを届けてブロックを減らす</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開始時期・エリアに答えた友だち</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例：12月開始×山・高原 → スキー場の求人／1〜2か月先×海・離島 → 海・離島の求人</a:t>
            </a:r>
          </a:p>
        </p:txBody>
      </p:sp>
      <p:sp>
        <p:nvSpPr>
          <p:cNvPr id="119" name="TextBox 118"/>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ブロック率・クリック率</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全員への配信と比べる</a:t>
            </a:r>
            <a:r>
              <a:rPr sz="1200" b="0" dirty="0">
                <a:solidFill>
                  <a:srgbClr val="333333"/>
                </a:solidFill>
                <a:latin typeface="メイリオ"/>
                <a:ea typeface="メイリオ"/>
                <a:cs typeface="メイリオ"/>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
        <p:nvSpPr>
          <p:cNvPr id="90" name="Rectangle 89"/>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91" name="Rectangle 90"/>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メニューを開く</a:t>
            </a:r>
          </a:p>
        </p:txBody>
      </p:sp>
      <p:sp>
        <p:nvSpPr>
          <p:cNvPr id="92" name="TextBox 91"/>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3" name="Rectangle 92"/>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4" name="Rectangle 93"/>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開始月別の求人</a:t>
            </a:r>
          </a:p>
        </p:txBody>
      </p:sp>
      <p:sp>
        <p:nvSpPr>
          <p:cNvPr id="95" name="TextBox 94"/>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6" name="Rectangle 95"/>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7" name="Rectangle 96"/>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98" name="TextBox 97"/>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9" name="Rectangle 98"/>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00" name="Rectangle 99"/>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会員登録</a:t>
            </a:r>
          </a:p>
        </p:txBody>
      </p:sp>
      <p:sp>
        <p:nvSpPr>
          <p:cNvPr id="101" name="TextBox 100"/>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配信を待たずに、自分で求人とENTRYに</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たどり着ける</a:t>
            </a:r>
            <a:endParaRPr sz="1200" b="0" dirty="0">
              <a:solidFill>
                <a:srgbClr val="333333"/>
              </a:solidFill>
              <a:latin typeface="メイリオ"/>
              <a:ea typeface="メイリオ"/>
              <a:cs typeface="メイリオ"/>
            </a:endParaRPr>
          </a:p>
        </p:txBody>
      </p:sp>
      <p:sp>
        <p:nvSpPr>
          <p:cNvPr id="102" name="TextBox 101"/>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すべての友だち</a:t>
            </a:r>
          </a:p>
        </p:txBody>
      </p:sp>
      <p:sp>
        <p:nvSpPr>
          <p:cNvPr id="103" name="TextBox 102"/>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今の2タブを活かし、上段に開始月別の求人と会員登録。体験談・Q&amp;Aは2つ目のタブ</a:t>
            </a:r>
          </a:p>
        </p:txBody>
      </p:sp>
      <p:sp>
        <p:nvSpPr>
          <p:cNvPr id="104" name="TextBox 103"/>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項目ごとのタップ数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マイページ登録（応募）</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完了画面</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LINE友だち追加</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受付と次の流れ・専属エージェントの案内</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登録した方とLINEでつながり、カウンセリング・お仕事開始まで追う</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マイページ登録を完了した方</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完了画面からLINEへ。登録の受付・次の流れ・専属エージェントを案内（初期15万円・月額3万円〜）</a:t>
            </a:r>
          </a:p>
        </p:txBody>
      </p:sp>
      <p:sp>
        <p:nvSpPr>
          <p:cNvPr id="119" name="TextBox 118"/>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登録した方のうち友だちになった数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145414</TotalTime>
  <Words>5134</Words>
  <Application>Microsoft Office PowerPoint</Application>
  <PresentationFormat>A4 210 x 297 mm</PresentationFormat>
  <Paragraphs>1238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1985</cp:revision>
  <cp:lastPrinted>2022-11-01T11:38:14Z</cp:lastPrinted>
  <dcterms:created xsi:type="dcterms:W3CDTF">2015-09-04T09:21:15Z</dcterms:created>
  <dcterms:modified xsi:type="dcterms:W3CDTF">2026-10-28T11:27:28Z</dcterms:modified>
</cp:coreProperties>
</file>