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942" r:id="rId1"/>
    <p:sldMasterId id="2147485027" r:id="rId2"/>
  </p:sldMasterIdLst>
  <p:notesMasterIdLst>
    <p:notesMasterId r:id="rId10"/>
  </p:notesMasterIdLst>
  <p:handoutMasterIdLst>
    <p:handoutMasterId r:id="rId11"/>
  </p:handoutMasterIdLst>
  <p:sldIdLst>
    <p:sldId id="619" r:id="rId3"/>
    <p:sldId id="764" r:id="rId4"/>
    <p:sldId id="767" r:id="rId5"/>
    <p:sldId id="765" r:id="rId6"/>
    <p:sldId id="768" r:id="rId7"/>
    <p:sldId id="766" r:id="rId8"/>
    <p:sldId id="769" r:id="rId9"/>
  </p:sldIdLst>
  <p:sldSz cx="9906000" cy="6858000" type="A4"/>
  <p:notesSz cx="9926638" cy="6797675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572" userDrawn="1">
          <p15:clr>
            <a:srgbClr val="A4A3A4"/>
          </p15:clr>
        </p15:guide>
        <p15:guide id="3" pos="3120">
          <p15:clr>
            <a:srgbClr val="A4A3A4"/>
          </p15:clr>
        </p15:guide>
        <p15:guide id="4" pos="5932" userDrawn="1">
          <p15:clr>
            <a:srgbClr val="A4A3A4"/>
          </p15:clr>
        </p15:guide>
        <p15:guide id="5" pos="320">
          <p15:clr>
            <a:srgbClr val="A4A3A4"/>
          </p15:clr>
        </p15:guide>
        <p15:guide id="6" pos="122">
          <p15:clr>
            <a:srgbClr val="A4A3A4"/>
          </p15:clr>
        </p15:guide>
        <p15:guide id="7" pos="60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0099"/>
    <a:srgbClr val="EEEEEE"/>
    <a:srgbClr val="F8F8F8"/>
    <a:srgbClr val="FFFFFF"/>
    <a:srgbClr val="00203B"/>
    <a:srgbClr val="232241"/>
    <a:srgbClr val="CCECFF"/>
    <a:srgbClr val="0926FD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2482D4-F28A-43E5-95D7-943652340927}" v="149" dt="2026-09-11T23:15:23.6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間スタイル 3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46F890A9-2807-4EBB-B81D-B2AA78EC7F39}" styleName="濃色スタイル 2 - アクセント 5/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7" autoAdjust="0"/>
    <p:restoredTop sz="96285" autoAdjust="0"/>
  </p:normalViewPr>
  <p:slideViewPr>
    <p:cSldViewPr>
      <p:cViewPr varScale="1">
        <p:scale>
          <a:sx n="50" d="100"/>
          <a:sy n="50" d="100"/>
        </p:scale>
        <p:origin x="48" y="464"/>
      </p:cViewPr>
      <p:guideLst>
        <p:guide orient="horz" pos="2160"/>
        <p:guide orient="horz" pos="572"/>
        <p:guide pos="3120"/>
        <p:guide pos="5932"/>
        <p:guide pos="320"/>
        <p:guide pos="122"/>
        <p:guide pos="606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1680" y="60"/>
      </p:cViewPr>
      <p:guideLst>
        <p:guide orient="horz" pos="214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7.xml"/><Relationship Id="rId5" Type="http://schemas.openxmlformats.org/officeDocument/2006/relationships/slide" Target="slides/slide6.xml"/><Relationship Id="rId4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祐二 有吉" userId="efe5504e353ab716" providerId="LiveId" clId="{E5E96A6D-4ADA-4EA0-BDEF-870495DCBB08}"/>
    <pc:docChg chg="undo custSel addSld delSld modSld modMainMaster">
      <pc:chgData name="祐二 有吉" userId="efe5504e353ab716" providerId="LiveId" clId="{E5E96A6D-4ADA-4EA0-BDEF-870495DCBB08}" dt="2026-09-11T23:19:36.018" v="2170" actId="6549"/>
      <pc:docMkLst>
        <pc:docMk/>
      </pc:docMkLst>
      <pc:sldChg chg="addSp delSp modSp mod">
        <pc:chgData name="祐二 有吉" userId="efe5504e353ab716" providerId="LiveId" clId="{E5E96A6D-4ADA-4EA0-BDEF-870495DCBB08}" dt="2026-09-05T03:18:30.426" v="1137" actId="2711"/>
        <pc:sldMkLst>
          <pc:docMk/>
          <pc:sldMk cId="3566403010" sldId="619"/>
        </pc:sldMkLst>
        <pc:spChg chg="mod">
          <ac:chgData name="祐二 有吉" userId="efe5504e353ab716" providerId="LiveId" clId="{E5E96A6D-4ADA-4EA0-BDEF-870495DCBB08}" dt="2026-09-05T02:38:09.700" v="19" actId="2711"/>
          <ac:spMkLst>
            <pc:docMk/>
            <pc:sldMk cId="3566403010" sldId="619"/>
            <ac:spMk id="4" creationId="{00000000-0000-0000-0000-000000000000}"/>
          </ac:spMkLst>
        </pc:spChg>
        <pc:spChg chg="mod">
          <ac:chgData name="祐二 有吉" userId="efe5504e353ab716" providerId="LiveId" clId="{E5E96A6D-4ADA-4EA0-BDEF-870495DCBB08}" dt="2026-09-05T02:47:58.777" v="367" actId="1035"/>
          <ac:spMkLst>
            <pc:docMk/>
            <pc:sldMk cId="3566403010" sldId="619"/>
            <ac:spMk id="6" creationId="{00000000-0000-0000-0000-000000000000}"/>
          </ac:spMkLst>
        </pc:spChg>
        <pc:spChg chg="mod">
          <ac:chgData name="祐二 有吉" userId="efe5504e353ab716" providerId="LiveId" clId="{E5E96A6D-4ADA-4EA0-BDEF-870495DCBB08}" dt="2026-09-05T03:18:30.426" v="1137" actId="2711"/>
          <ac:spMkLst>
            <pc:docMk/>
            <pc:sldMk cId="3566403010" sldId="619"/>
            <ac:spMk id="8" creationId="{00000000-0000-0000-0000-000000000000}"/>
          </ac:spMkLst>
        </pc:spChg>
        <pc:spChg chg="mod">
          <ac:chgData name="祐二 有吉" userId="efe5504e353ab716" providerId="LiveId" clId="{E5E96A6D-4ADA-4EA0-BDEF-870495DCBB08}" dt="2026-09-05T02:38:09.700" v="19" actId="2711"/>
          <ac:spMkLst>
            <pc:docMk/>
            <pc:sldMk cId="3566403010" sldId="619"/>
            <ac:spMk id="9" creationId="{00000000-0000-0000-0000-000000000000}"/>
          </ac:spMkLst>
        </pc:spChg>
        <pc:spChg chg="add mod">
          <ac:chgData name="祐二 有吉" userId="efe5504e353ab716" providerId="LiveId" clId="{E5E96A6D-4ADA-4EA0-BDEF-870495DCBB08}" dt="2026-09-05T02:51:32.702" v="578" actId="164"/>
          <ac:spMkLst>
            <pc:docMk/>
            <pc:sldMk cId="3566403010" sldId="619"/>
            <ac:spMk id="11" creationId="{4A997853-250A-5573-CE9A-D4FE878B22AC}"/>
          </ac:spMkLst>
        </pc:spChg>
        <pc:spChg chg="add mod">
          <ac:chgData name="祐二 有吉" userId="efe5504e353ab716" providerId="LiveId" clId="{E5E96A6D-4ADA-4EA0-BDEF-870495DCBB08}" dt="2026-09-05T02:51:32.702" v="578" actId="164"/>
          <ac:spMkLst>
            <pc:docMk/>
            <pc:sldMk cId="3566403010" sldId="619"/>
            <ac:spMk id="13" creationId="{DEBDC7B0-50E2-35F6-EA92-E4B864597C0E}"/>
          </ac:spMkLst>
        </pc:spChg>
        <pc:spChg chg="add mod">
          <ac:chgData name="祐二 有吉" userId="efe5504e353ab716" providerId="LiveId" clId="{E5E96A6D-4ADA-4EA0-BDEF-870495DCBB08}" dt="2026-09-05T02:52:00.545" v="615" actId="6549"/>
          <ac:spMkLst>
            <pc:docMk/>
            <pc:sldMk cId="3566403010" sldId="619"/>
            <ac:spMk id="16" creationId="{413492D9-B118-36A9-3ADE-53B5915C960D}"/>
          </ac:spMkLst>
        </pc:spChg>
        <pc:grpChg chg="add mod">
          <ac:chgData name="祐二 有吉" userId="efe5504e353ab716" providerId="LiveId" clId="{E5E96A6D-4ADA-4EA0-BDEF-870495DCBB08}" dt="2026-09-05T02:51:36.708" v="589" actId="1037"/>
          <ac:grpSpMkLst>
            <pc:docMk/>
            <pc:sldMk cId="3566403010" sldId="619"/>
            <ac:grpSpMk id="14" creationId="{A6861154-EAB5-DC75-46F9-7230B2F86677}"/>
          </ac:grpSpMkLst>
        </pc:grpChg>
        <pc:graphicFrameChg chg="add mod modGraphic">
          <ac:chgData name="祐二 有吉" userId="efe5504e353ab716" providerId="LiveId" clId="{E5E96A6D-4ADA-4EA0-BDEF-870495DCBB08}" dt="2026-09-05T02:47:00.756" v="357" actId="1035"/>
          <ac:graphicFrameMkLst>
            <pc:docMk/>
            <pc:sldMk cId="3566403010" sldId="619"/>
            <ac:graphicFrameMk id="10" creationId="{57B90E6F-2EA0-5304-90CA-2A73A532B446}"/>
          </ac:graphicFrameMkLst>
        </pc:graphicFrameChg>
        <pc:picChg chg="mod">
          <ac:chgData name="祐二 有吉" userId="efe5504e353ab716" providerId="LiveId" clId="{E5E96A6D-4ADA-4EA0-BDEF-870495DCBB08}" dt="2026-09-05T02:38:09.700" v="19" actId="2711"/>
          <ac:picMkLst>
            <pc:docMk/>
            <pc:sldMk cId="3566403010" sldId="619"/>
            <ac:picMk id="5" creationId="{00000000-0000-0000-0000-000000000000}"/>
          </ac:picMkLst>
        </pc:picChg>
      </pc:sldChg>
      <pc:sldChg chg="addSp delSp modSp mod">
        <pc:chgData name="祐二 有吉" userId="efe5504e353ab716" providerId="LiveId" clId="{E5E96A6D-4ADA-4EA0-BDEF-870495DCBB08}" dt="2026-09-11T04:11:46.169" v="2090" actId="20577"/>
        <pc:sldMkLst>
          <pc:docMk/>
          <pc:sldMk cId="2107101378" sldId="764"/>
        </pc:sldMkLst>
        <pc:spChg chg="add mod topLvl">
          <ac:chgData name="祐二 有吉" userId="efe5504e353ab716" providerId="LiveId" clId="{E5E96A6D-4ADA-4EA0-BDEF-870495DCBB08}" dt="2026-09-11T04:11:46.169" v="2090" actId="20577"/>
          <ac:spMkLst>
            <pc:docMk/>
            <pc:sldMk cId="2107101378" sldId="764"/>
            <ac:spMk id="2" creationId="{50977AB7-E4E7-6D3F-3406-5706C57F141C}"/>
          </ac:spMkLst>
        </pc:spChg>
        <pc:spChg chg="mod">
          <ac:chgData name="祐二 有吉" userId="efe5504e353ab716" providerId="LiveId" clId="{E5E96A6D-4ADA-4EA0-BDEF-870495DCBB08}" dt="2026-09-05T03:11:18.262" v="897" actId="2711"/>
          <ac:spMkLst>
            <pc:docMk/>
            <pc:sldMk cId="2107101378" sldId="764"/>
            <ac:spMk id="8" creationId="{00000000-0000-0000-0000-000000000000}"/>
          </ac:spMkLst>
        </pc:spChg>
        <pc:spChg chg="mod">
          <ac:chgData name="祐二 有吉" userId="efe5504e353ab716" providerId="LiveId" clId="{E5E96A6D-4ADA-4EA0-BDEF-870495DCBB08}" dt="2026-09-05T03:11:18.262" v="897" actId="2711"/>
          <ac:spMkLst>
            <pc:docMk/>
            <pc:sldMk cId="2107101378" sldId="764"/>
            <ac:spMk id="14" creationId="{00000000-0000-0000-0000-000000000000}"/>
          </ac:spMkLst>
        </pc:spChg>
        <pc:spChg chg="add mod topLvl">
          <ac:chgData name="祐二 有吉" userId="efe5504e353ab716" providerId="LiveId" clId="{E5E96A6D-4ADA-4EA0-BDEF-870495DCBB08}" dt="2026-09-06T05:59:19.712" v="1941" actId="164"/>
          <ac:spMkLst>
            <pc:docMk/>
            <pc:sldMk cId="2107101378" sldId="764"/>
            <ac:spMk id="23" creationId="{DDC8AD4C-54BB-F98B-3C7E-B6D892076BE1}"/>
          </ac:spMkLst>
        </pc:spChg>
        <pc:spChg chg="add mod topLvl">
          <ac:chgData name="祐二 有吉" userId="efe5504e353ab716" providerId="LiveId" clId="{E5E96A6D-4ADA-4EA0-BDEF-870495DCBB08}" dt="2026-09-08T02:58:12.082" v="1987" actId="20577"/>
          <ac:spMkLst>
            <pc:docMk/>
            <pc:sldMk cId="2107101378" sldId="764"/>
            <ac:spMk id="25" creationId="{48E5D2E6-9389-0DEB-8468-B84FAC416EE8}"/>
          </ac:spMkLst>
        </pc:spChg>
        <pc:spChg chg="add mod">
          <ac:chgData name="祐二 有吉" userId="efe5504e353ab716" providerId="LiveId" clId="{E5E96A6D-4ADA-4EA0-BDEF-870495DCBB08}" dt="2026-09-05T03:13:17.311" v="1009" actId="6549"/>
          <ac:spMkLst>
            <pc:docMk/>
            <pc:sldMk cId="2107101378" sldId="764"/>
            <ac:spMk id="32" creationId="{3D714AFA-F5C0-7739-6233-1A372081D46E}"/>
          </ac:spMkLst>
        </pc:spChg>
        <pc:spChg chg="add mod">
          <ac:chgData name="祐二 有吉" userId="efe5504e353ab716" providerId="LiveId" clId="{E5E96A6D-4ADA-4EA0-BDEF-870495DCBB08}" dt="2026-09-05T03:11:18.262" v="897" actId="2711"/>
          <ac:spMkLst>
            <pc:docMk/>
            <pc:sldMk cId="2107101378" sldId="764"/>
            <ac:spMk id="34" creationId="{92E0507F-DE0E-5162-FFB4-40E5FE1553AA}"/>
          </ac:spMkLst>
        </pc:spChg>
        <pc:spChg chg="add mod">
          <ac:chgData name="祐二 有吉" userId="efe5504e353ab716" providerId="LiveId" clId="{E5E96A6D-4ADA-4EA0-BDEF-870495DCBB08}" dt="2026-09-05T03:13:50.135" v="1016" actId="20577"/>
          <ac:spMkLst>
            <pc:docMk/>
            <pc:sldMk cId="2107101378" sldId="764"/>
            <ac:spMk id="36" creationId="{7A1BF533-2A95-CDBB-A37F-1A4EE18FF19C}"/>
          </ac:spMkLst>
        </pc:spChg>
        <pc:spChg chg="add mod">
          <ac:chgData name="祐二 有吉" userId="efe5504e353ab716" providerId="LiveId" clId="{E5E96A6D-4ADA-4EA0-BDEF-870495DCBB08}" dt="2026-09-05T03:17:26.010" v="1121" actId="20577"/>
          <ac:spMkLst>
            <pc:docMk/>
            <pc:sldMk cId="2107101378" sldId="764"/>
            <ac:spMk id="40" creationId="{0EFDB5ED-B1D7-208B-FB4A-71C40485E595}"/>
          </ac:spMkLst>
        </pc:spChg>
        <pc:spChg chg="add mod">
          <ac:chgData name="祐二 有吉" userId="efe5504e353ab716" providerId="LiveId" clId="{E5E96A6D-4ADA-4EA0-BDEF-870495DCBB08}" dt="2026-09-05T03:18:08.258" v="1134" actId="1036"/>
          <ac:spMkLst>
            <pc:docMk/>
            <pc:sldMk cId="2107101378" sldId="764"/>
            <ac:spMk id="42" creationId="{DAC4217E-5907-F677-7223-6C8BBA336FCE}"/>
          </ac:spMkLst>
        </pc:spChg>
      </pc:sldChg>
      <pc:sldChg chg="modSp add mod">
        <pc:chgData name="祐二 有吉" userId="efe5504e353ab716" providerId="LiveId" clId="{E5E96A6D-4ADA-4EA0-BDEF-870495DCBB08}" dt="2026-09-11T04:07:48.478" v="2084" actId="20577"/>
        <pc:sldMkLst>
          <pc:docMk/>
          <pc:sldMk cId="4018754724" sldId="765"/>
        </pc:sldMkLst>
        <pc:spChg chg="mod">
          <ac:chgData name="祐二 有吉" userId="efe5504e353ab716" providerId="LiveId" clId="{E5E96A6D-4ADA-4EA0-BDEF-870495DCBB08}" dt="2026-09-11T04:07:16.671" v="2080" actId="20577"/>
          <ac:spMkLst>
            <pc:docMk/>
            <pc:sldMk cId="4018754724" sldId="765"/>
            <ac:spMk id="2" creationId="{E575D8E2-41B9-6E8A-5DD8-716560E4BC8F}"/>
          </ac:spMkLst>
        </pc:spChg>
        <pc:spChg chg="mod">
          <ac:chgData name="祐二 有吉" userId="efe5504e353ab716" providerId="LiveId" clId="{E5E96A6D-4ADA-4EA0-BDEF-870495DCBB08}" dt="2026-09-08T02:55:55.875" v="1945" actId="20577"/>
          <ac:spMkLst>
            <pc:docMk/>
            <pc:sldMk cId="4018754724" sldId="765"/>
            <ac:spMk id="14" creationId="{3CDEB809-02D7-2989-9D12-B7B86B741316}"/>
          </ac:spMkLst>
        </pc:spChg>
        <pc:spChg chg="mod">
          <ac:chgData name="祐二 有吉" userId="efe5504e353ab716" providerId="LiveId" clId="{E5E96A6D-4ADA-4EA0-BDEF-870495DCBB08}" dt="2026-09-08T02:58:36.496" v="2002" actId="6549"/>
          <ac:spMkLst>
            <pc:docMk/>
            <pc:sldMk cId="4018754724" sldId="765"/>
            <ac:spMk id="25" creationId="{8CB7FF42-1FE0-A626-67AD-CCDF33C0AB7B}"/>
          </ac:spMkLst>
        </pc:spChg>
        <pc:spChg chg="mod">
          <ac:chgData name="祐二 有吉" userId="efe5504e353ab716" providerId="LiveId" clId="{E5E96A6D-4ADA-4EA0-BDEF-870495DCBB08}" dt="2026-09-05T03:27:56.269" v="1208" actId="20577"/>
          <ac:spMkLst>
            <pc:docMk/>
            <pc:sldMk cId="4018754724" sldId="765"/>
            <ac:spMk id="32" creationId="{3003C593-E65D-9896-398F-4899CC04FDED}"/>
          </ac:spMkLst>
        </pc:spChg>
        <pc:spChg chg="mod">
          <ac:chgData name="祐二 有吉" userId="efe5504e353ab716" providerId="LiveId" clId="{E5E96A6D-4ADA-4EA0-BDEF-870495DCBB08}" dt="2026-09-05T03:35:20.239" v="1462" actId="20577"/>
          <ac:spMkLst>
            <pc:docMk/>
            <pc:sldMk cId="4018754724" sldId="765"/>
            <ac:spMk id="36" creationId="{EFEDC1F3-BCDA-CA64-F23B-01580F87D8B9}"/>
          </ac:spMkLst>
        </pc:spChg>
        <pc:spChg chg="mod">
          <ac:chgData name="祐二 有吉" userId="efe5504e353ab716" providerId="LiveId" clId="{E5E96A6D-4ADA-4EA0-BDEF-870495DCBB08}" dt="2026-09-11T04:07:48.478" v="2084" actId="20577"/>
          <ac:spMkLst>
            <pc:docMk/>
            <pc:sldMk cId="4018754724" sldId="765"/>
            <ac:spMk id="40" creationId="{D49EF48C-A05D-5CD8-DF16-6F8B7E4A22D4}"/>
          </ac:spMkLst>
        </pc:spChg>
        <pc:spChg chg="mod">
          <ac:chgData name="祐二 有吉" userId="efe5504e353ab716" providerId="LiveId" clId="{E5E96A6D-4ADA-4EA0-BDEF-870495DCBB08}" dt="2026-09-05T03:28:52.654" v="1282" actId="6549"/>
          <ac:spMkLst>
            <pc:docMk/>
            <pc:sldMk cId="4018754724" sldId="765"/>
            <ac:spMk id="42" creationId="{B53C30AE-1724-FDDB-AF32-FE5E1B612271}"/>
          </ac:spMkLst>
        </pc:spChg>
      </pc:sldChg>
      <pc:sldChg chg="modSp add mod">
        <pc:chgData name="祐二 有吉" userId="efe5504e353ab716" providerId="LiveId" clId="{E5E96A6D-4ADA-4EA0-BDEF-870495DCBB08}" dt="2026-09-11T23:19:36.018" v="2170" actId="6549"/>
        <pc:sldMkLst>
          <pc:docMk/>
          <pc:sldMk cId="2401469406" sldId="766"/>
        </pc:sldMkLst>
        <pc:spChg chg="mod">
          <ac:chgData name="祐二 有吉" userId="efe5504e353ab716" providerId="LiveId" clId="{E5E96A6D-4ADA-4EA0-BDEF-870495DCBB08}" dt="2026-09-11T23:14:14.953" v="2097" actId="6549"/>
          <ac:spMkLst>
            <pc:docMk/>
            <pc:sldMk cId="2401469406" sldId="766"/>
            <ac:spMk id="2" creationId="{D93C4FFA-1DBA-5C6E-AAAB-B398E82A8436}"/>
          </ac:spMkLst>
        </pc:spChg>
        <pc:spChg chg="mod">
          <ac:chgData name="祐二 有吉" userId="efe5504e353ab716" providerId="LiveId" clId="{E5E96A6D-4ADA-4EA0-BDEF-870495DCBB08}" dt="2026-09-06T05:58:10.499" v="1844" actId="20577"/>
          <ac:spMkLst>
            <pc:docMk/>
            <pc:sldMk cId="2401469406" sldId="766"/>
            <ac:spMk id="14" creationId="{EC727C39-E86C-3D6A-BC83-C9E2B4E7389D}"/>
          </ac:spMkLst>
        </pc:spChg>
        <pc:spChg chg="mod">
          <ac:chgData name="祐二 有吉" userId="efe5504e353ab716" providerId="LiveId" clId="{E5E96A6D-4ADA-4EA0-BDEF-870495DCBB08}" dt="2026-09-11T23:13:15.003" v="2092"/>
          <ac:spMkLst>
            <pc:docMk/>
            <pc:sldMk cId="2401469406" sldId="766"/>
            <ac:spMk id="25" creationId="{3699E99C-BADD-8438-0AF2-3B5D0D0AC085}"/>
          </ac:spMkLst>
        </pc:spChg>
        <pc:spChg chg="mod">
          <ac:chgData name="祐二 有吉" userId="efe5504e353ab716" providerId="LiveId" clId="{E5E96A6D-4ADA-4EA0-BDEF-870495DCBB08}" dt="2026-09-11T23:19:36.018" v="2170" actId="6549"/>
          <ac:spMkLst>
            <pc:docMk/>
            <pc:sldMk cId="2401469406" sldId="766"/>
            <ac:spMk id="32" creationId="{39456F05-A948-087B-E8AA-DAE992804631}"/>
          </ac:spMkLst>
        </pc:spChg>
        <pc:spChg chg="mod">
          <ac:chgData name="祐二 有吉" userId="efe5504e353ab716" providerId="LiveId" clId="{E5E96A6D-4ADA-4EA0-BDEF-870495DCBB08}" dt="2026-09-08T02:59:37.875" v="2036"/>
          <ac:spMkLst>
            <pc:docMk/>
            <pc:sldMk cId="2401469406" sldId="766"/>
            <ac:spMk id="36" creationId="{3962EF1A-CC30-F5AA-00CB-4F3E3C9C72CF}"/>
          </ac:spMkLst>
        </pc:spChg>
        <pc:spChg chg="mod">
          <ac:chgData name="祐二 有吉" userId="efe5504e353ab716" providerId="LiveId" clId="{E5E96A6D-4ADA-4EA0-BDEF-870495DCBB08}" dt="2026-09-11T23:15:25.681" v="2102" actId="20577"/>
          <ac:spMkLst>
            <pc:docMk/>
            <pc:sldMk cId="2401469406" sldId="766"/>
            <ac:spMk id="40" creationId="{39DDAB03-AF9F-9D42-68B9-8A02603BEF82}"/>
          </ac:spMkLst>
        </pc:spChg>
        <pc:spChg chg="mod">
          <ac:chgData name="祐二 有吉" userId="efe5504e353ab716" providerId="LiveId" clId="{E5E96A6D-4ADA-4EA0-BDEF-870495DCBB08}" dt="2026-09-05T03:35:11.720" v="1461" actId="20577"/>
          <ac:spMkLst>
            <pc:docMk/>
            <pc:sldMk cId="2401469406" sldId="766"/>
            <ac:spMk id="42" creationId="{D5252A26-07BA-F584-D67B-495AB91FD21F}"/>
          </ac:spMkLst>
        </pc:spChg>
      </pc:sldChg>
      <pc:sldChg chg="addSp delSp modSp add mod">
        <pc:chgData name="祐二 有吉" userId="efe5504e353ab716" providerId="LiveId" clId="{E5E96A6D-4ADA-4EA0-BDEF-870495DCBB08}" dt="2026-09-08T02:56:41.131" v="1953" actId="20577"/>
        <pc:sldMkLst>
          <pc:docMk/>
          <pc:sldMk cId="3554609467" sldId="767"/>
        </pc:sldMkLst>
        <pc:spChg chg="add mod">
          <ac:chgData name="祐二 有吉" userId="efe5504e353ab716" providerId="LiveId" clId="{E5E96A6D-4ADA-4EA0-BDEF-870495DCBB08}" dt="2026-09-06T05:57:10.137" v="1758" actId="14100"/>
          <ac:spMkLst>
            <pc:docMk/>
            <pc:sldMk cId="3554609467" sldId="767"/>
            <ac:spMk id="6" creationId="{8F67FA24-CE21-3EDD-2FE8-ADB51F43381F}"/>
          </ac:spMkLst>
        </pc:spChg>
        <pc:spChg chg="add mod">
          <ac:chgData name="祐二 有吉" userId="efe5504e353ab716" providerId="LiveId" clId="{E5E96A6D-4ADA-4EA0-BDEF-870495DCBB08}" dt="2026-09-08T02:56:41.131" v="1953" actId="20577"/>
          <ac:spMkLst>
            <pc:docMk/>
            <pc:sldMk cId="3554609467" sldId="767"/>
            <ac:spMk id="9" creationId="{69C610D6-604C-0C94-9AE9-BA66DAE3E17B}"/>
          </ac:spMkLst>
        </pc:spChg>
        <pc:spChg chg="mod">
          <ac:chgData name="祐二 有吉" userId="efe5504e353ab716" providerId="LiveId" clId="{E5E96A6D-4ADA-4EA0-BDEF-870495DCBB08}" dt="2026-09-06T05:55:58.336" v="1713" actId="20577"/>
          <ac:spMkLst>
            <pc:docMk/>
            <pc:sldMk cId="3554609467" sldId="767"/>
            <ac:spMk id="14" creationId="{9CFCCEF8-F954-C510-220B-82E8B679D7AF}"/>
          </ac:spMkLst>
        </pc:spChg>
        <pc:spChg chg="mod">
          <ac:chgData name="祐二 有吉" userId="efe5504e353ab716" providerId="LiveId" clId="{E5E96A6D-4ADA-4EA0-BDEF-870495DCBB08}" dt="2026-09-06T05:57:03.273" v="1756" actId="14100"/>
          <ac:spMkLst>
            <pc:docMk/>
            <pc:sldMk cId="3554609467" sldId="767"/>
            <ac:spMk id="23" creationId="{6F5616AB-0BCA-2E2B-ACAD-5BA3F00B1803}"/>
          </ac:spMkLst>
        </pc:spChg>
        <pc:spChg chg="mod">
          <ac:chgData name="祐二 有吉" userId="efe5504e353ab716" providerId="LiveId" clId="{E5E96A6D-4ADA-4EA0-BDEF-870495DCBB08}" dt="2026-09-06T05:56:56.264" v="1754" actId="20577"/>
          <ac:spMkLst>
            <pc:docMk/>
            <pc:sldMk cId="3554609467" sldId="767"/>
            <ac:spMk id="25" creationId="{102BD9F7-9E83-147A-2A07-1FA738F29248}"/>
          </ac:spMkLst>
        </pc:spChg>
      </pc:sldChg>
      <pc:sldChg chg="modSp add mod">
        <pc:chgData name="祐二 有吉" userId="efe5504e353ab716" providerId="LiveId" clId="{E5E96A6D-4ADA-4EA0-BDEF-870495DCBB08}" dt="2026-09-08T02:56:35.769" v="1949" actId="20577"/>
        <pc:sldMkLst>
          <pc:docMk/>
          <pc:sldMk cId="3875200710" sldId="768"/>
        </pc:sldMkLst>
        <pc:spChg chg="mod">
          <ac:chgData name="祐二 有吉" userId="efe5504e353ab716" providerId="LiveId" clId="{E5E96A6D-4ADA-4EA0-BDEF-870495DCBB08}" dt="2026-09-08T02:56:35.769" v="1949" actId="20577"/>
          <ac:spMkLst>
            <pc:docMk/>
            <pc:sldMk cId="3875200710" sldId="768"/>
            <ac:spMk id="9" creationId="{46D7A89B-BF0F-9910-C047-A35058E6C9E5}"/>
          </ac:spMkLst>
        </pc:spChg>
        <pc:spChg chg="mod">
          <ac:chgData name="祐二 有吉" userId="efe5504e353ab716" providerId="LiveId" clId="{E5E96A6D-4ADA-4EA0-BDEF-870495DCBB08}" dt="2026-09-06T05:57:47.042" v="1826"/>
          <ac:spMkLst>
            <pc:docMk/>
            <pc:sldMk cId="3875200710" sldId="768"/>
            <ac:spMk id="14" creationId="{0B936D8A-95A3-B038-185A-2316BDDBCC07}"/>
          </ac:spMkLst>
        </pc:spChg>
      </pc:sldChg>
      <pc:sldChg chg="modSp add mod">
        <pc:chgData name="祐二 有吉" userId="efe5504e353ab716" providerId="LiveId" clId="{E5E96A6D-4ADA-4EA0-BDEF-870495DCBB08}" dt="2026-09-08T02:56:51.188" v="1957" actId="20577"/>
        <pc:sldMkLst>
          <pc:docMk/>
          <pc:sldMk cId="3068768536" sldId="769"/>
        </pc:sldMkLst>
        <pc:spChg chg="mod">
          <ac:chgData name="祐二 有吉" userId="efe5504e353ab716" providerId="LiveId" clId="{E5E96A6D-4ADA-4EA0-BDEF-870495DCBB08}" dt="2026-09-08T02:56:51.188" v="1957" actId="20577"/>
          <ac:spMkLst>
            <pc:docMk/>
            <pc:sldMk cId="3068768536" sldId="769"/>
            <ac:spMk id="9" creationId="{735E00CE-A525-ABDE-749F-2FF8380F55AD}"/>
          </ac:spMkLst>
        </pc:spChg>
        <pc:spChg chg="mod">
          <ac:chgData name="祐二 有吉" userId="efe5504e353ab716" providerId="LiveId" clId="{E5E96A6D-4ADA-4EA0-BDEF-870495DCBB08}" dt="2026-09-06T05:58:22.723" v="1865" actId="6549"/>
          <ac:spMkLst>
            <pc:docMk/>
            <pc:sldMk cId="3068768536" sldId="769"/>
            <ac:spMk id="14" creationId="{E67F4E6C-C0FB-2869-61B6-AC66AE9473A6}"/>
          </ac:spMkLst>
        </pc:spChg>
      </pc:sldChg>
      <pc:sldMasterChg chg="modSp delSldLayout modSldLayout">
        <pc:chgData name="祐二 有吉" userId="efe5504e353ab716" providerId="LiveId" clId="{E5E96A6D-4ADA-4EA0-BDEF-870495DCBB08}" dt="2026-09-05T03:39:56.655" v="1557" actId="735"/>
        <pc:sldMasterMkLst>
          <pc:docMk/>
          <pc:sldMasterMk cId="0" sldId="2147484942"/>
        </pc:sldMasterMkLst>
        <pc:sldLayoutChg chg="modSp">
          <pc:chgData name="祐二 有吉" userId="efe5504e353ab716" providerId="LiveId" clId="{E5E96A6D-4ADA-4EA0-BDEF-870495DCBB08}" dt="2026-09-05T03:37:43.949" v="1553" actId="735"/>
          <pc:sldLayoutMkLst>
            <pc:docMk/>
            <pc:sldMasterMk cId="0" sldId="2147484942"/>
            <pc:sldLayoutMk cId="1352521064" sldId="2147485023"/>
          </pc:sldLayoutMkLst>
        </pc:sldLayoutChg>
      </pc:sldMasterChg>
      <pc:sldMasterChg chg="delSp modSp mod">
        <pc:chgData name="祐二 有吉" userId="efe5504e353ab716" providerId="LiveId" clId="{E5E96A6D-4ADA-4EA0-BDEF-870495DCBB08}" dt="2026-09-05T03:37:52.529" v="1556" actId="478"/>
        <pc:sldMasterMkLst>
          <pc:docMk/>
          <pc:sldMasterMk cId="3821031683" sldId="2147485027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3235" cy="339884"/>
          </a:xfrm>
          <a:prstGeom prst="rect">
            <a:avLst/>
          </a:prstGeom>
        </p:spPr>
        <p:txBody>
          <a:bodyPr vert="horz" lIns="95523" tIns="47765" rIns="95523" bIns="4776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5621819" y="1"/>
            <a:ext cx="4303235" cy="339884"/>
          </a:xfrm>
          <a:prstGeom prst="rect">
            <a:avLst/>
          </a:prstGeom>
        </p:spPr>
        <p:txBody>
          <a:bodyPr vert="horz" wrap="square" lIns="95523" tIns="47765" rIns="95523" bIns="4776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AA59169B-5004-754C-B75C-53E0867A3F7C}" type="datetimeFigureOut">
              <a:rPr lang="ja-JP" altLang="en-US"/>
              <a:pPr>
                <a:defRPr/>
              </a:pPr>
              <a:t>2026/9/12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2" y="6457794"/>
            <a:ext cx="4303235" cy="338296"/>
          </a:xfrm>
          <a:prstGeom prst="rect">
            <a:avLst/>
          </a:prstGeom>
        </p:spPr>
        <p:txBody>
          <a:bodyPr vert="horz" lIns="95523" tIns="47765" rIns="95523" bIns="4776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5621819" y="6457794"/>
            <a:ext cx="4303235" cy="338296"/>
          </a:xfrm>
          <a:prstGeom prst="rect">
            <a:avLst/>
          </a:prstGeom>
        </p:spPr>
        <p:txBody>
          <a:bodyPr vert="horz" wrap="square" lIns="95523" tIns="47765" rIns="95523" bIns="4776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E55B577A-9CE2-3247-80AB-351AFEC67BD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9404971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3235" cy="339884"/>
          </a:xfrm>
          <a:prstGeom prst="rect">
            <a:avLst/>
          </a:prstGeom>
        </p:spPr>
        <p:txBody>
          <a:bodyPr vert="horz" lIns="95523" tIns="47765" rIns="95523" bIns="4776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5621819" y="1"/>
            <a:ext cx="4303235" cy="339884"/>
          </a:xfrm>
          <a:prstGeom prst="rect">
            <a:avLst/>
          </a:prstGeom>
        </p:spPr>
        <p:txBody>
          <a:bodyPr vert="horz" wrap="square" lIns="95523" tIns="47765" rIns="95523" bIns="47765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949AACB0-48BC-D64E-AF2E-03D02CD061E3}" type="datetimeFigureOut">
              <a:rPr lang="ja-JP" altLang="en-US"/>
              <a:pPr>
                <a:defRPr/>
              </a:pPr>
              <a:t>2026/9/12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23" tIns="47765" rIns="95523" bIns="47765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991715" y="3228898"/>
            <a:ext cx="7943215" cy="3058954"/>
          </a:xfrm>
          <a:prstGeom prst="rect">
            <a:avLst/>
          </a:prstGeom>
        </p:spPr>
        <p:txBody>
          <a:bodyPr vert="horz" lIns="95523" tIns="47765" rIns="95523" bIns="47765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6457794"/>
            <a:ext cx="4303235" cy="338296"/>
          </a:xfrm>
          <a:prstGeom prst="rect">
            <a:avLst/>
          </a:prstGeom>
        </p:spPr>
        <p:txBody>
          <a:bodyPr vert="horz" lIns="95523" tIns="47765" rIns="95523" bIns="4776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5621819" y="6457794"/>
            <a:ext cx="4303235" cy="338296"/>
          </a:xfrm>
          <a:prstGeom prst="rect">
            <a:avLst/>
          </a:prstGeom>
        </p:spPr>
        <p:txBody>
          <a:bodyPr vert="horz" wrap="square" lIns="95523" tIns="47765" rIns="95523" bIns="47765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Calibri" charset="0"/>
              </a:defRPr>
            </a:lvl1pPr>
          </a:lstStyle>
          <a:p>
            <a:pPr>
              <a:defRPr/>
            </a:pPr>
            <a:fld id="{B9F13835-1B7A-0743-BD74-0A5C5B1A5D7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5098207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F13835-1B7A-0743-BD74-0A5C5B1A5D70}" type="slidenum">
              <a:rPr lang="ja-JP" altLang="en-US" smtClean="0"/>
              <a:pPr>
                <a:defRPr/>
              </a:pPr>
              <a:t>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3239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72E8AD-5C31-4C47-95FA-5EE6891A83E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1565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E95F-B51F-53B1-86DC-89554B18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09F7D4-C36B-6F84-AF81-02BFB28CD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FFCFDBA-B42C-10CC-0534-5D1B2BDBE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C74AD4-DC39-8EE4-7A1A-4F4869195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72E8AD-5C31-4C47-95FA-5EE6891A83E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0287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AA9F9-9DF0-4A10-E223-BFF0353C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39D25ED-5242-C0F7-B4F9-8B157A8B0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EE6CB9-216E-4B1E-5DF1-52F31D564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616F96-FF2A-D1AE-A608-5D941AFFB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72E8AD-5C31-4C47-95FA-5EE6891A83E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163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9FA3D-E101-C5E7-CD0A-C39D2D4CA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C8C8099-6CD2-8C10-683A-9A6C62CFD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AD3076E-B402-7495-71BB-DA5376220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4D7F55-D8DE-6F64-F4F9-39EDDB223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72E8AD-5C31-4C47-95FA-5EE6891A83E0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664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17E0-8ABB-DFEB-87E8-AC55FCDD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477BB6-30AC-1334-60F1-9DF733CFD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21C8D43-E8CE-FE3E-4302-2B4A97D37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64CF57-3A50-F8E8-9167-995D2BFD1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72E8AD-5C31-4C47-95FA-5EE6891A83E0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8534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53A1-1A2C-70CC-4C7B-49445BDC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4D0D575-3EB2-EB95-618B-1136655D1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04F1F3-0AA4-3837-EAD6-466BAB2B4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0EB57F-5DE4-5278-A303-F65CB0E65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72E8AD-5C31-4C47-95FA-5EE6891A83E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37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2541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796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989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69083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6170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7750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92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83429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36302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797E6-7F5F-E245-AEA7-90147BC27889}" type="datetimeFigureOut">
              <a:rPr lang="ja-JP" altLang="en-US"/>
              <a:pPr>
                <a:defRPr/>
              </a:pPr>
              <a:t>2026/9/12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A48585-B7BD-F14C-B752-7D281F4C3A6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1759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ECD7D1-BD9F-BC4A-944C-F6250CCB8C08}" type="datetimeFigureOut">
              <a:rPr lang="ja-JP" altLang="en-US"/>
              <a:pPr>
                <a:defRPr/>
              </a:pPr>
              <a:t>2026/9/12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23F04-BE45-D441-9A67-D3A18B9C27C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17793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126136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521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279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215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51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4821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056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212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986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86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9353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484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756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40010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8"/>
          <p:cNvSpPr txBox="1">
            <a:spLocks/>
          </p:cNvSpPr>
          <p:nvPr userDrawn="1"/>
        </p:nvSpPr>
        <p:spPr>
          <a:xfrm>
            <a:off x="7689850" y="6583363"/>
            <a:ext cx="2192338" cy="304800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defRPr/>
            </a:pPr>
            <a:fld id="{B8687366-E875-4E38-A148-172D14AEB124}" type="slidenum">
              <a:rPr lang="ja-JP" altLang="en-US" smtClean="0">
                <a:solidFill>
                  <a:srgbClr val="FFFFFF"/>
                </a:solidFill>
              </a:rPr>
              <a:pPr eaLnBrk="0" hangingPunct="0">
                <a:defRPr/>
              </a:pPr>
              <a:t>‹#›</a:t>
            </a:fld>
            <a:endParaRPr lang="ja-JP" altLang="en-US" dirty="0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610475" y="6605588"/>
            <a:ext cx="2311400" cy="2794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eaLnBrk="0" hangingPunct="0">
              <a:defRPr/>
            </a:pPr>
            <a:fld id="{E9E02731-05F8-4599-9B99-C08C541E9162}" type="slidenum">
              <a:rPr lang="en-US" altLang="ja-JP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eaLnBrk="0" hangingPunct="0">
                <a:defRPr/>
              </a:pPr>
              <a:t>‹#›</a:t>
            </a:fld>
            <a:endParaRPr lang="en-US" altLang="ja-JP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43033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8"/>
          <p:cNvSpPr txBox="1">
            <a:spLocks/>
          </p:cNvSpPr>
          <p:nvPr userDrawn="1"/>
        </p:nvSpPr>
        <p:spPr>
          <a:xfrm>
            <a:off x="7689850" y="6583363"/>
            <a:ext cx="2192338" cy="304800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defRPr/>
            </a:pPr>
            <a:fld id="{61C65360-BA8A-44FC-8BF0-7529965763C6}" type="slidenum">
              <a:rPr lang="ja-JP" altLang="en-US" smtClean="0">
                <a:solidFill>
                  <a:srgbClr val="FFFFFF"/>
                </a:solidFill>
              </a:rPr>
              <a:pPr eaLnBrk="0" hangingPunct="0">
                <a:defRPr/>
              </a:pPr>
              <a:t>‹#›</a:t>
            </a:fld>
            <a:endParaRPr lang="ja-JP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855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8"/>
          <p:cNvSpPr txBox="1">
            <a:spLocks/>
          </p:cNvSpPr>
          <p:nvPr userDrawn="1"/>
        </p:nvSpPr>
        <p:spPr>
          <a:xfrm>
            <a:off x="7689850" y="6583363"/>
            <a:ext cx="2192338" cy="304800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defRPr/>
            </a:pPr>
            <a:fld id="{CC525251-99AF-472A-9B61-3F67F0856DA1}" type="slidenum">
              <a:rPr lang="ja-JP" altLang="en-US" smtClean="0">
                <a:solidFill>
                  <a:srgbClr val="FFFFFF"/>
                </a:solidFill>
              </a:rPr>
              <a:pPr eaLnBrk="0" hangingPunct="0">
                <a:defRPr/>
              </a:pPr>
              <a:t>‹#›</a:t>
            </a:fld>
            <a:endParaRPr lang="ja-JP" altLang="en-US" dirty="0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610475" y="6605588"/>
            <a:ext cx="2311400" cy="2794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eaLnBrk="0" hangingPunct="0">
              <a:defRPr/>
            </a:pPr>
            <a:fld id="{3DF09365-06BB-4A48-8B54-317A48D748A8}" type="slidenum">
              <a:rPr lang="en-US" altLang="ja-JP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eaLnBrk="0" hangingPunct="0">
                <a:defRPr/>
              </a:pPr>
              <a:t>‹#›</a:t>
            </a:fld>
            <a:endParaRPr lang="en-US" altLang="ja-JP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9458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8"/>
          <p:cNvSpPr txBox="1">
            <a:spLocks/>
          </p:cNvSpPr>
          <p:nvPr userDrawn="1"/>
        </p:nvSpPr>
        <p:spPr>
          <a:xfrm>
            <a:off x="7689850" y="6583363"/>
            <a:ext cx="2192338" cy="304800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defRPr/>
            </a:pPr>
            <a:fld id="{CB5D3C08-EDED-4D75-8BD8-90BF1E1D30D1}" type="slidenum">
              <a:rPr lang="ja-JP" altLang="en-US" smtClean="0">
                <a:solidFill>
                  <a:srgbClr val="FFFFFF"/>
                </a:solidFill>
              </a:rPr>
              <a:pPr eaLnBrk="0" hangingPunct="0">
                <a:defRPr/>
              </a:pPr>
              <a:t>‹#›</a:t>
            </a:fld>
            <a:endParaRPr lang="ja-JP" altLang="en-US" dirty="0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610475" y="6605588"/>
            <a:ext cx="2311400" cy="2794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eaLnBrk="0" hangingPunct="0">
              <a:defRPr/>
            </a:pPr>
            <a:fld id="{3C2AA0F1-4891-43BE-9895-DE60BEF5CD35}" type="slidenum">
              <a:rPr lang="en-US" altLang="ja-JP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eaLnBrk="0" hangingPunct="0">
                <a:defRPr/>
              </a:pPr>
              <a:t>‹#›</a:t>
            </a:fld>
            <a:endParaRPr lang="en-US" altLang="ja-JP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083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8"/>
          <p:cNvSpPr txBox="1">
            <a:spLocks/>
          </p:cNvSpPr>
          <p:nvPr userDrawn="1"/>
        </p:nvSpPr>
        <p:spPr>
          <a:xfrm>
            <a:off x="7689850" y="6583363"/>
            <a:ext cx="2192338" cy="304800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defRPr/>
            </a:pPr>
            <a:fld id="{D1B452C1-FC43-47B4-A7A9-ADA9D4379CB3}" type="slidenum">
              <a:rPr lang="ja-JP" altLang="en-US" smtClean="0">
                <a:solidFill>
                  <a:srgbClr val="FFFFFF"/>
                </a:solidFill>
              </a:rPr>
              <a:pPr eaLnBrk="0" hangingPunct="0">
                <a:defRPr/>
              </a:pPr>
              <a:t>‹#›</a:t>
            </a:fld>
            <a:endParaRPr lang="ja-JP" altLang="en-US" dirty="0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610475" y="6605588"/>
            <a:ext cx="2311400" cy="2794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eaLnBrk="0" hangingPunct="0">
              <a:defRPr/>
            </a:pPr>
            <a:fld id="{84F3CACA-0D18-4760-8521-3D79D5162AD6}" type="slidenum">
              <a:rPr lang="en-US" altLang="ja-JP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eaLnBrk="0" hangingPunct="0">
                <a:defRPr/>
              </a:pPr>
              <a:t>‹#›</a:t>
            </a:fld>
            <a:endParaRPr lang="en-US" altLang="ja-JP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69041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8"/>
          <p:cNvSpPr txBox="1">
            <a:spLocks/>
          </p:cNvSpPr>
          <p:nvPr userDrawn="1"/>
        </p:nvSpPr>
        <p:spPr>
          <a:xfrm>
            <a:off x="7689850" y="6583363"/>
            <a:ext cx="2192338" cy="304800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defRPr/>
            </a:pPr>
            <a:fld id="{929F57AD-99BE-4855-B80F-50410173B142}" type="slidenum">
              <a:rPr lang="ja-JP" altLang="en-US" smtClean="0">
                <a:solidFill>
                  <a:srgbClr val="FFFFFF"/>
                </a:solidFill>
              </a:rPr>
              <a:pPr eaLnBrk="0" hangingPunct="0">
                <a:defRPr/>
              </a:pPr>
              <a:t>‹#›</a:t>
            </a:fld>
            <a:endParaRPr lang="ja-JP" altLang="en-US" dirty="0">
              <a:solidFill>
                <a:srgbClr val="FFFFFF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610475" y="6605588"/>
            <a:ext cx="2311400" cy="2794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eaLnBrk="0" hangingPunct="0">
              <a:defRPr/>
            </a:pPr>
            <a:fld id="{BB9FB57F-7D2C-442F-9B1E-E627103B31ED}" type="slidenum">
              <a:rPr lang="en-US" altLang="ja-JP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eaLnBrk="0" hangingPunct="0">
                <a:defRPr/>
              </a:pPr>
              <a:t>‹#›</a:t>
            </a:fld>
            <a:endParaRPr lang="en-US" altLang="ja-JP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1028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0"/>
            <a:ext cx="231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76CC0-7634-4B5D-8AEA-ACB35338B1FA}" type="datetimeFigureOut">
              <a:rPr lang="ja-JP" altLang="en-US">
                <a:solidFill>
                  <a:srgbClr val="000000"/>
                </a:solidFill>
              </a:rPr>
              <a:pPr>
                <a:defRPr/>
              </a:pPr>
              <a:t>2026/9/12</a:t>
            </a:fld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0"/>
            <a:ext cx="3136900" cy="365125"/>
          </a:xfrm>
        </p:spPr>
        <p:txBody>
          <a:bodyPr/>
          <a:lstStyle>
            <a:lvl1pPr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eaLnBrk="0" hangingPunct="0">
              <a:defRPr/>
            </a:pPr>
            <a:fld id="{0B43FDD9-8C0A-40C1-BC42-6D9C3A09ECEC}" type="slidenum">
              <a:rPr lang="ja-JP" altLang="en-US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rPr>
              <a:pPr eaLnBrk="0" hangingPunct="0">
                <a:defRPr/>
              </a:pPr>
              <a:t>‹#›</a:t>
            </a:fld>
            <a:endParaRPr lang="ja-JP" altLang="en-US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701671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1421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0575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5247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98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cxnSp>
        <p:nvCxnSpPr>
          <p:cNvPr id="3" name="直線コネクタ 2"/>
          <p:cNvCxnSpPr/>
          <p:nvPr userDrawn="1"/>
        </p:nvCxnSpPr>
        <p:spPr>
          <a:xfrm flipV="1">
            <a:off x="19050" y="525656"/>
            <a:ext cx="9886950" cy="8164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/>
          <p:cNvSpPr/>
          <p:nvPr userDrawn="1"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スライド番号プレースホルダー 1"/>
          <p:cNvSpPr txBox="1">
            <a:spLocks/>
          </p:cNvSpPr>
          <p:nvPr userDrawn="1"/>
        </p:nvSpPr>
        <p:spPr>
          <a:xfrm>
            <a:off x="7545288" y="655272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+mj-ea"/>
                <a:ea typeface="+mj-ea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fld id="{EC947480-022E-45CB-9EF6-817C0309DE4B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9" r:id="rId1"/>
    <p:sldLayoutId id="2147484992" r:id="rId2"/>
    <p:sldLayoutId id="2147484993" r:id="rId3"/>
    <p:sldLayoutId id="2147484994" r:id="rId4"/>
    <p:sldLayoutId id="2147484995" r:id="rId5"/>
    <p:sldLayoutId id="2147484996" r:id="rId6"/>
    <p:sldLayoutId id="2147484997" r:id="rId7"/>
    <p:sldLayoutId id="2147484998" r:id="rId8"/>
    <p:sldLayoutId id="2147484999" r:id="rId9"/>
    <p:sldLayoutId id="2147485000" r:id="rId10"/>
    <p:sldLayoutId id="2147485001" r:id="rId11"/>
    <p:sldLayoutId id="2147484990" r:id="rId12"/>
    <p:sldLayoutId id="2147485023" r:id="rId13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62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762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1030" name="図 1"/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6" r="-11171"/>
          <a:stretch>
            <a:fillRect/>
          </a:stretch>
        </p:blipFill>
        <p:spPr bwMode="auto">
          <a:xfrm>
            <a:off x="8620125" y="188913"/>
            <a:ext cx="1192213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正方形/長方形 7"/>
          <p:cNvSpPr/>
          <p:nvPr userDrawn="1"/>
        </p:nvSpPr>
        <p:spPr>
          <a:xfrm>
            <a:off x="0" y="6553200"/>
            <a:ext cx="9906000" cy="331788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defRPr/>
            </a:pPr>
            <a:endParaRPr lang="ja-JP" altLang="en-US">
              <a:solidFill>
                <a:srgbClr val="FFFFFF"/>
              </a:solidFill>
            </a:endParaRPr>
          </a:p>
        </p:txBody>
      </p:sp>
      <p:sp>
        <p:nvSpPr>
          <p:cNvPr id="10" name="スライド番号プレースホルダー 8"/>
          <p:cNvSpPr txBox="1">
            <a:spLocks/>
          </p:cNvSpPr>
          <p:nvPr userDrawn="1"/>
        </p:nvSpPr>
        <p:spPr>
          <a:xfrm>
            <a:off x="7653338" y="6523038"/>
            <a:ext cx="2228850" cy="365125"/>
          </a:xfrm>
          <a:prstGeom prst="rect">
            <a:avLst/>
          </a:prstGeom>
        </p:spPr>
        <p:txBody>
          <a:bodyPr anchor="ctr"/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0" hangingPunct="0">
              <a:defRPr/>
            </a:pPr>
            <a:fld id="{6583752B-1B22-4A8D-9B01-57C90DFD3445}" type="slidenum">
              <a:rPr lang="ja-JP" altLang="en-US" smtClean="0">
                <a:solidFill>
                  <a:srgbClr val="FFFFFF"/>
                </a:solidFill>
              </a:rPr>
              <a:pPr eaLnBrk="0" hangingPunct="0">
                <a:defRPr/>
              </a:pPr>
              <a:t>‹#›</a:t>
            </a:fld>
            <a:endParaRPr lang="ja-JP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031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8" r:id="rId1"/>
    <p:sldLayoutId id="2147485029" r:id="rId2"/>
    <p:sldLayoutId id="2147485030" r:id="rId3"/>
    <p:sldLayoutId id="2147485031" r:id="rId4"/>
    <p:sldLayoutId id="2147485032" r:id="rId5"/>
    <p:sldLayoutId id="2147485033" r:id="rId6"/>
    <p:sldLayoutId id="2147485034" r:id="rId7"/>
    <p:sldLayoutId id="2147485035" r:id="rId8"/>
    <p:sldLayoutId id="2147485036" r:id="rId9"/>
    <p:sldLayoutId id="2147485037" r:id="rId10"/>
    <p:sldLayoutId id="2147485038" r:id="rId11"/>
    <p:sldLayoutId id="2147485039" r:id="rId12"/>
    <p:sldLayoutId id="2147485040" r:id="rId13"/>
    <p:sldLayoutId id="2147485041" r:id="rId14"/>
    <p:sldLayoutId id="2147485042" r:id="rId15"/>
    <p:sldLayoutId id="2147485043" r:id="rId16"/>
    <p:sldLayoutId id="2147485044" r:id="rId17"/>
    <p:sldLayoutId id="2147485045" r:id="rId18"/>
    <p:sldLayoutId id="2147485046" r:id="rId19"/>
    <p:sldLayoutId id="2147485047" r:id="rId20"/>
    <p:sldLayoutId id="2147485048" r:id="rId21"/>
    <p:sldLayoutId id="2147485049" r:id="rId22"/>
    <p:sldLayoutId id="2147485050" r:id="rId2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itchFamily="34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pic>
        <p:nvPicPr>
          <p:cNvPr id="5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495754" y="116633"/>
            <a:ext cx="1410246" cy="288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正方形/長方形 5"/>
          <p:cNvSpPr/>
          <p:nvPr/>
        </p:nvSpPr>
        <p:spPr>
          <a:xfrm flipV="1">
            <a:off x="1048666" y="2852936"/>
            <a:ext cx="7817068" cy="45719"/>
          </a:xfrm>
          <a:prstGeom prst="rect">
            <a:avLst/>
          </a:prstGeom>
          <a:solidFill>
            <a:srgbClr val="151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Rectangle 30"/>
          <p:cNvSpPr>
            <a:spLocks noChangeArrowheads="1"/>
          </p:cNvSpPr>
          <p:nvPr/>
        </p:nvSpPr>
        <p:spPr bwMode="auto">
          <a:xfrm>
            <a:off x="1604628" y="692696"/>
            <a:ext cx="6696744" cy="2036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8" tIns="45714" rIns="91428" bIns="45714" anchor="ctr" anchorCtr="1">
            <a:spAutoFit/>
          </a:bodyPr>
          <a:lstStyle/>
          <a:p>
            <a:pPr algn="ctr" eaLnBrk="1" hangingPunct="1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ja-JP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 UI" panose="020B0604030504040204" pitchFamily="50" charset="-128"/>
              </a:rPr>
              <a:t>2026</a:t>
            </a:r>
            <a:r>
              <a:rPr lang="ja-JP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 UI" panose="020B0604030504040204" pitchFamily="50" charset="-128"/>
              </a:rPr>
              <a:t>年新卒</a:t>
            </a:r>
            <a:endParaRPr lang="en-US" altLang="ja-JP" sz="2400" b="1" dirty="0">
              <a:solidFill>
                <a:schemeClr val="tx1">
                  <a:lumMod val="95000"/>
                  <a:lumOff val="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Meiryo UI" panose="020B0604030504040204" pitchFamily="50" charset="-128"/>
            </a:endParaRPr>
          </a:p>
          <a:p>
            <a:pPr algn="ctr" eaLnBrk="1" hangingPunct="1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ja-JP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 UI" panose="020B0604030504040204" pitchFamily="50" charset="-128"/>
              </a:rPr>
              <a:t>下半期ブレイクスループログラム</a:t>
            </a:r>
            <a:endParaRPr lang="en-US" altLang="ja-JP" sz="3200" b="1" dirty="0">
              <a:solidFill>
                <a:schemeClr val="tx1">
                  <a:lumMod val="95000"/>
                  <a:lumOff val="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Meiryo UI" panose="020B0604030504040204" pitchFamily="50" charset="-128"/>
            </a:endParaRPr>
          </a:p>
          <a:p>
            <a:pPr algn="ctr">
              <a:lnSpc>
                <a:spcPct val="150000"/>
              </a:lnSpc>
              <a:buClr>
                <a:srgbClr val="000000"/>
              </a:buClr>
              <a:buSzPct val="100000"/>
            </a:pPr>
            <a:r>
              <a:rPr lang="ja-JP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Meiryo UI" panose="020B0604030504040204" pitchFamily="50" charset="-128"/>
              </a:rPr>
              <a:t>ミッション報告書</a:t>
            </a:r>
            <a:endParaRPr lang="en-US" altLang="ja-JP" sz="3200" b="1" dirty="0">
              <a:solidFill>
                <a:schemeClr val="tx1">
                  <a:lumMod val="95000"/>
                  <a:lumOff val="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9489504" y="6579702"/>
            <a:ext cx="272352" cy="266131"/>
          </a:xfrm>
          <a:prstGeom prst="rect">
            <a:avLst/>
          </a:prstGeom>
          <a:solidFill>
            <a:srgbClr val="191F54"/>
          </a:solidFill>
          <a:ln>
            <a:solidFill>
              <a:srgbClr val="191F54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7B90E6F-2EA0-5304-90CA-2A73A532B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2093"/>
              </p:ext>
            </p:extLst>
          </p:nvPr>
        </p:nvGraphicFramePr>
        <p:xfrm>
          <a:off x="1248788" y="4797152"/>
          <a:ext cx="74168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052">
                  <a:extLst>
                    <a:ext uri="{9D8B030D-6E8A-4147-A177-3AD203B41FA5}">
                      <a16:colId xmlns:a16="http://schemas.microsoft.com/office/drawing/2014/main" val="2392713371"/>
                    </a:ext>
                  </a:extLst>
                </a:gridCol>
                <a:gridCol w="1444360">
                  <a:extLst>
                    <a:ext uri="{9D8B030D-6E8A-4147-A177-3AD203B41FA5}">
                      <a16:colId xmlns:a16="http://schemas.microsoft.com/office/drawing/2014/main" val="3936856616"/>
                    </a:ext>
                  </a:extLst>
                </a:gridCol>
                <a:gridCol w="2156040">
                  <a:extLst>
                    <a:ext uri="{9D8B030D-6E8A-4147-A177-3AD203B41FA5}">
                      <a16:colId xmlns:a16="http://schemas.microsoft.com/office/drawing/2014/main" val="3271969725"/>
                    </a:ext>
                  </a:extLst>
                </a:gridCol>
                <a:gridCol w="1552372">
                  <a:extLst>
                    <a:ext uri="{9D8B030D-6E8A-4147-A177-3AD203B41FA5}">
                      <a16:colId xmlns:a16="http://schemas.microsoft.com/office/drawing/2014/main" val="846859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部署名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氏名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部署名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氏名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61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HR Tech事業部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森田 旺訓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リカバリーウェア事業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安齋 洸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53556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人材事業部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村上 龍馬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人材事業部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福澤 桜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26014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M&amp;A事業部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森 謙太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044402"/>
                  </a:ext>
                </a:extLst>
              </a:tr>
            </a:tbl>
          </a:graphicData>
        </a:graphic>
      </p:graphicFrame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6861154-EAB5-DC75-46F9-7230B2F86677}"/>
              </a:ext>
            </a:extLst>
          </p:cNvPr>
          <p:cNvGrpSpPr/>
          <p:nvPr/>
        </p:nvGrpSpPr>
        <p:grpSpPr>
          <a:xfrm>
            <a:off x="2904972" y="3358419"/>
            <a:ext cx="4104456" cy="954107"/>
            <a:chOff x="3296816" y="3358419"/>
            <a:chExt cx="4104456" cy="954107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A997853-250A-5573-CE9A-D4FE878B22AC}"/>
                </a:ext>
              </a:extLst>
            </p:cNvPr>
            <p:cNvSpPr txBox="1"/>
            <p:nvPr/>
          </p:nvSpPr>
          <p:spPr>
            <a:xfrm>
              <a:off x="3296816" y="3358419"/>
              <a:ext cx="129234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作成</a:t>
              </a:r>
              <a:r>
                <a:rPr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者氏名　：</a:t>
              </a:r>
              <a:endPara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所属部署　　 ：</a:t>
              </a:r>
              <a:endPara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上司　　　　　 ：</a:t>
              </a:r>
              <a:endPara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  <a:p>
              <a:r>
                <a:rPr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提出日　　　　：</a:t>
              </a:r>
              <a:endPara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EBDC7B0-50E2-35F6-EA92-E4B864597C0E}"/>
                </a:ext>
              </a:extLst>
            </p:cNvPr>
            <p:cNvSpPr txBox="1"/>
            <p:nvPr/>
          </p:nvSpPr>
          <p:spPr>
            <a:xfrm>
              <a:off x="4667196" y="3358419"/>
              <a:ext cx="273407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「殿村亮太」</a:t>
              </a:r>
              <a:br>
                <a: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</a:br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「</a:t>
              </a:r>
              <a:r>
                <a: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WEB</a:t>
              </a:r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事業部」</a:t>
              </a:r>
              <a:br>
                <a: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</a:br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「佐村 徳人」</a:t>
              </a:r>
              <a:br>
                <a: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</a:br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「</a:t>
              </a:r>
              <a:r>
                <a: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2026/09/12</a:t>
              </a:r>
              <a:r>
                <a:rPr kumimoji="1" lang="ja-JP" altLang="en-US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」</a:t>
              </a:r>
              <a:endPara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13492D9-B118-36A9-3ADE-53B5915C960D}"/>
              </a:ext>
            </a:extLst>
          </p:cNvPr>
          <p:cNvSpPr txBox="1"/>
          <p:nvPr/>
        </p:nvSpPr>
        <p:spPr>
          <a:xfrm>
            <a:off x="1424608" y="4432964"/>
            <a:ext cx="4961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チームメンバー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640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86913" y="78793"/>
            <a:ext cx="5456919" cy="36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4" rIns="91428" bIns="45714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報告書①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DYM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プライド　＆　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信頼残高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報告書</a:t>
            </a:r>
            <a:endParaRPr lang="en-US" altLang="ja-JP" b="1" dirty="0">
              <a:solidFill>
                <a:prstClr val="black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945671" y="3141935"/>
            <a:ext cx="22331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5"/>
              </a:lnSpc>
              <a:tabLst>
                <a:tab pos="815340" algn="l"/>
              </a:tabLst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S UI Gothic"/>
              </a:rPr>
              <a:t>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977AB7-E4E7-6D3F-3406-5706C57F141C}"/>
              </a:ext>
            </a:extLst>
          </p:cNvPr>
          <p:cNvSpPr/>
          <p:nvPr/>
        </p:nvSpPr>
        <p:spPr>
          <a:xfrm>
            <a:off x="194067" y="862218"/>
            <a:ext cx="4656632" cy="4330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・なぜ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DYM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を選んだのか（稼ぎ・速い成長環境等）</a:t>
            </a:r>
          </a:p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・いつまでにどの役職に昇進し、いくら稼ぎたいか　　等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DC8AD4C-54BB-F98B-3C7E-B6D892076BE1}"/>
              </a:ext>
            </a:extLst>
          </p:cNvPr>
          <p:cNvSpPr/>
          <p:nvPr/>
        </p:nvSpPr>
        <p:spPr>
          <a:xfrm>
            <a:off x="194067" y="1317015"/>
            <a:ext cx="4656632" cy="21930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8E5D2E6-9389-0DEB-8468-B84FAC416EE8}"/>
              </a:ext>
            </a:extLst>
          </p:cNvPr>
          <p:cNvSpPr/>
          <p:nvPr/>
        </p:nvSpPr>
        <p:spPr>
          <a:xfrm>
            <a:off x="194067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1】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DYM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入社時への原点回帰と達成したい目標　　（定量表記必須）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D714AFA-F5C0-7739-6233-1A372081D46E}"/>
              </a:ext>
            </a:extLst>
          </p:cNvPr>
          <p:cNvSpPr/>
          <p:nvPr/>
        </p:nvSpPr>
        <p:spPr>
          <a:xfrm>
            <a:off x="193675" y="3859151"/>
            <a:ext cx="4656632" cy="4330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・入社からこれまでの実務数を数値化（コール数・商談数・失敗数等）　＝打席数</a:t>
            </a:r>
          </a:p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・その負荷によって身についた具体的なスキル（他社同世代と比較等）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2E0507F-DE0E-5162-FFB4-40E5FE1553AA}"/>
              </a:ext>
            </a:extLst>
          </p:cNvPr>
          <p:cNvSpPr/>
          <p:nvPr/>
        </p:nvSpPr>
        <p:spPr>
          <a:xfrm>
            <a:off x="193675" y="4313948"/>
            <a:ext cx="4656632" cy="21930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A1BF533-2A95-CDBB-A37F-1A4EE18FF19C}"/>
              </a:ext>
            </a:extLst>
          </p:cNvPr>
          <p:cNvSpPr/>
          <p:nvPr/>
        </p:nvSpPr>
        <p:spPr>
          <a:xfrm>
            <a:off x="193675" y="3617621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2】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成長の物差し　（打席数と負荷の可視化）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EFDB5ED-B1D7-208B-FB4A-71C40485E595}"/>
              </a:ext>
            </a:extLst>
          </p:cNvPr>
          <p:cNvSpPr/>
          <p:nvPr/>
        </p:nvSpPr>
        <p:spPr>
          <a:xfrm>
            <a:off x="5055303" y="908050"/>
            <a:ext cx="4656632" cy="559892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 成果が出ない時・キツい時に、自分が陥りがちだった姿勢の振り返り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 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どんな困難があっても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信頼残高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を貯め続けるための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大行動指針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 直属の上司へのメッセージ・コミット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AC4217E-5907-F677-7223-6C8BBA336FCE}"/>
              </a:ext>
            </a:extLst>
          </p:cNvPr>
          <p:cNvSpPr/>
          <p:nvPr/>
        </p:nvSpPr>
        <p:spPr>
          <a:xfrm>
            <a:off x="5055303" y="609640"/>
            <a:ext cx="4656632" cy="283914"/>
          </a:xfrm>
          <a:prstGeom prst="rect">
            <a:avLst/>
          </a:prstGeom>
          <a:solidFill>
            <a:srgbClr val="00006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：結論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信頼残高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を高める行動コミット　（不屈のプロセス）</a:t>
            </a:r>
          </a:p>
        </p:txBody>
      </p:sp>
    </p:spTree>
    <p:extLst>
      <p:ext uri="{BB962C8B-B14F-4D97-AF65-F5344CB8AC3E}">
        <p14:creationId xmlns:p14="http://schemas.microsoft.com/office/powerpoint/2010/main" val="210710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8CFBE-C414-317D-C050-F698ED40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9CFCCEF8-F954-C510-220B-82E8B679D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913" y="78793"/>
            <a:ext cx="8050578" cy="36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4" rIns="91428" bIns="45714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メモ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DYM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プライド　＆　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信頼残高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GRP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メンバーの意見・調査資料のメモ</a:t>
            </a:r>
            <a:endParaRPr lang="en-US" altLang="ja-JP" b="1" dirty="0">
              <a:solidFill>
                <a:prstClr val="black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6FD7A9BE-F84A-A290-E074-E6CFF057F308}"/>
              </a:ext>
            </a:extLst>
          </p:cNvPr>
          <p:cNvSpPr txBox="1"/>
          <p:nvPr/>
        </p:nvSpPr>
        <p:spPr>
          <a:xfrm>
            <a:off x="945671" y="3141935"/>
            <a:ext cx="22331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5"/>
              </a:lnSpc>
              <a:tabLst>
                <a:tab pos="815340" algn="l"/>
              </a:tabLst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S UI Gothic"/>
              </a:rPr>
              <a:t>　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F5616AB-0BCA-2E2B-ACAD-5BA3F00B1803}"/>
              </a:ext>
            </a:extLst>
          </p:cNvPr>
          <p:cNvSpPr/>
          <p:nvPr/>
        </p:nvSpPr>
        <p:spPr>
          <a:xfrm>
            <a:off x="194067" y="862219"/>
            <a:ext cx="4656632" cy="55911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02BD9F7-9E83-147A-2A07-1FA738F29248}"/>
              </a:ext>
            </a:extLst>
          </p:cNvPr>
          <p:cNvSpPr/>
          <p:nvPr/>
        </p:nvSpPr>
        <p:spPr>
          <a:xfrm>
            <a:off x="194067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GRP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　メンバーの意見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F67FA24-CE21-3EDD-2FE8-ADB51F43381F}"/>
              </a:ext>
            </a:extLst>
          </p:cNvPr>
          <p:cNvSpPr/>
          <p:nvPr/>
        </p:nvSpPr>
        <p:spPr>
          <a:xfrm>
            <a:off x="5055303" y="862219"/>
            <a:ext cx="4656632" cy="55911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9C610D6-604C-0C94-9AE9-BA66DAE3E17B}"/>
              </a:ext>
            </a:extLst>
          </p:cNvPr>
          <p:cNvSpPr/>
          <p:nvPr/>
        </p:nvSpPr>
        <p:spPr>
          <a:xfrm>
            <a:off x="5055303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報告書に引用した元データ　調査内容</a:t>
            </a:r>
          </a:p>
        </p:txBody>
      </p:sp>
    </p:spTree>
    <p:extLst>
      <p:ext uri="{BB962C8B-B14F-4D97-AF65-F5344CB8AC3E}">
        <p14:creationId xmlns:p14="http://schemas.microsoft.com/office/powerpoint/2010/main" val="3554609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3A35-0B3D-EEF1-11F4-EA76B6F1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3CDEB809-02D7-2989-9D12-B7B86B741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913" y="78793"/>
            <a:ext cx="5553099" cy="36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4" rIns="91428" bIns="45714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報告書②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クロス・ナレッジ・ブレイクスルー　報告書</a:t>
            </a:r>
            <a:endParaRPr lang="en-US" altLang="ja-JP" b="1" dirty="0">
              <a:solidFill>
                <a:prstClr val="black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C22EEEE-D204-F41F-EF91-386EAE936F13}"/>
              </a:ext>
            </a:extLst>
          </p:cNvPr>
          <p:cNvSpPr txBox="1"/>
          <p:nvPr/>
        </p:nvSpPr>
        <p:spPr>
          <a:xfrm>
            <a:off x="945671" y="3141935"/>
            <a:ext cx="22331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5"/>
              </a:lnSpc>
              <a:tabLst>
                <a:tab pos="815340" algn="l"/>
              </a:tabLst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S UI Gothic"/>
              </a:rPr>
              <a:t>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575D8E2-41B9-6E8A-5DD8-716560E4BC8F}"/>
              </a:ext>
            </a:extLst>
          </p:cNvPr>
          <p:cNvSpPr/>
          <p:nvPr/>
        </p:nvSpPr>
        <p:spPr>
          <a:xfrm>
            <a:off x="194067" y="862218"/>
            <a:ext cx="4656632" cy="4330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・今、現場で直面している課題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拒絶、行動量低下、報連相　等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・感情論ではなく　「行動」　「思考・対人」　「感情」　に客観的に分解・分析</a:t>
            </a:r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5E1C97C-2FAE-7E13-4743-177B6AD0142A}"/>
              </a:ext>
            </a:extLst>
          </p:cNvPr>
          <p:cNvSpPr/>
          <p:nvPr/>
        </p:nvSpPr>
        <p:spPr>
          <a:xfrm>
            <a:off x="194067" y="1317015"/>
            <a:ext cx="4656632" cy="21930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CB7FF42-1FE0-A626-67AD-CCDF33C0AB7B}"/>
              </a:ext>
            </a:extLst>
          </p:cNvPr>
          <p:cNvSpPr/>
          <p:nvPr/>
        </p:nvSpPr>
        <p:spPr>
          <a:xfrm>
            <a:off x="194067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1】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自部署の壁</a:t>
            </a:r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行動・思考・感情</a:t>
            </a:r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の構造化　 （できるだけ定量表記）</a:t>
            </a:r>
            <a:endParaRPr kumimoji="1" lang="ja-JP" altLang="en-US" sz="10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003C593-E65D-9896-398F-4899CC04FDED}"/>
              </a:ext>
            </a:extLst>
          </p:cNvPr>
          <p:cNvSpPr/>
          <p:nvPr/>
        </p:nvSpPr>
        <p:spPr>
          <a:xfrm>
            <a:off x="193675" y="3859151"/>
            <a:ext cx="4656632" cy="4330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・他部署の同期とのピッチで得られた別視点からのアドバイス詳細</a:t>
            </a:r>
          </a:p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・別部署の同期が現場で実践している工夫・乗り越え方の具体例</a:t>
            </a:r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DB294C9-A141-EEBD-6B58-9BC9E0C1AA36}"/>
              </a:ext>
            </a:extLst>
          </p:cNvPr>
          <p:cNvSpPr/>
          <p:nvPr/>
        </p:nvSpPr>
        <p:spPr>
          <a:xfrm>
            <a:off x="193675" y="4313948"/>
            <a:ext cx="4656632" cy="21930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EFEDC1F3-BCDA-CA64-F23B-01580F87D8B9}"/>
              </a:ext>
            </a:extLst>
          </p:cNvPr>
          <p:cNvSpPr/>
          <p:nvPr/>
        </p:nvSpPr>
        <p:spPr>
          <a:xfrm>
            <a:off x="193675" y="3617621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2】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他部署同期からの知恵・アドバイス</a:t>
            </a:r>
            <a:endParaRPr kumimoji="1" lang="ja-JP" altLang="en-US" sz="10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D49EF48C-A05D-5CD8-DF16-6F8B7E4A22D4}"/>
              </a:ext>
            </a:extLst>
          </p:cNvPr>
          <p:cNvSpPr/>
          <p:nvPr/>
        </p:nvSpPr>
        <p:spPr>
          <a:xfrm>
            <a:off x="5055303" y="908050"/>
            <a:ext cx="4656632" cy="559892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 抽出した課題に対する具体的な解決アプローチ　（行動の具体化）</a:t>
            </a:r>
            <a:b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明日からのアプローチ手順・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PDCA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の回し方</a:t>
            </a: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 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課題クリアに向け、自ら設定する目標・タイムリミット</a:t>
            </a: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 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上司・周囲の先輩へどのような協力を仰ぎ、どう巻き込んでいくか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B53C30AE-1724-FDDB-AF32-FE5E1B612271}"/>
              </a:ext>
            </a:extLst>
          </p:cNvPr>
          <p:cNvSpPr/>
          <p:nvPr/>
        </p:nvSpPr>
        <p:spPr>
          <a:xfrm>
            <a:off x="5055303" y="609640"/>
            <a:ext cx="4656632" cy="283914"/>
          </a:xfrm>
          <a:prstGeom prst="rect">
            <a:avLst/>
          </a:prstGeom>
          <a:solidFill>
            <a:srgbClr val="00006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3: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結論</a:t>
            </a:r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実務の壁攻略方法　</a:t>
            </a:r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明日からの具体的なアクションプラン</a:t>
            </a:r>
            <a:r>
              <a:rPr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875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0867-0627-9462-D11C-8CE160C0D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0B936D8A-95A3-B038-185A-2316BDDBC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913" y="78793"/>
            <a:ext cx="8210878" cy="36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4" rIns="91428" bIns="45714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メモ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クロス・ナレッジ・ブレイクスルー　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GRP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メンバーの意見・調査資料のメモ</a:t>
            </a:r>
            <a:endParaRPr lang="en-US" altLang="ja-JP" b="1" dirty="0">
              <a:solidFill>
                <a:prstClr val="black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3ACFC07-6EED-283C-76D3-6D12947D6903}"/>
              </a:ext>
            </a:extLst>
          </p:cNvPr>
          <p:cNvSpPr txBox="1"/>
          <p:nvPr/>
        </p:nvSpPr>
        <p:spPr>
          <a:xfrm>
            <a:off x="945671" y="3141935"/>
            <a:ext cx="22331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5"/>
              </a:lnSpc>
              <a:tabLst>
                <a:tab pos="815340" algn="l"/>
              </a:tabLst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S UI Gothic"/>
              </a:rPr>
              <a:t>　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F330309-1555-B2FF-384A-D1993969259E}"/>
              </a:ext>
            </a:extLst>
          </p:cNvPr>
          <p:cNvSpPr/>
          <p:nvPr/>
        </p:nvSpPr>
        <p:spPr>
          <a:xfrm>
            <a:off x="194067" y="862219"/>
            <a:ext cx="4656632" cy="55911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6FDC574-431A-E707-DEC9-D2A4D5BF5947}"/>
              </a:ext>
            </a:extLst>
          </p:cNvPr>
          <p:cNvSpPr/>
          <p:nvPr/>
        </p:nvSpPr>
        <p:spPr>
          <a:xfrm>
            <a:off x="194067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GRP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　メンバーの意見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1A788C3-E530-93BF-1746-8FCDA8619DCB}"/>
              </a:ext>
            </a:extLst>
          </p:cNvPr>
          <p:cNvSpPr/>
          <p:nvPr/>
        </p:nvSpPr>
        <p:spPr>
          <a:xfrm>
            <a:off x="5055303" y="862219"/>
            <a:ext cx="4656632" cy="55911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6D7A89B-BF0F-9910-C047-A35058E6C9E5}"/>
              </a:ext>
            </a:extLst>
          </p:cNvPr>
          <p:cNvSpPr/>
          <p:nvPr/>
        </p:nvSpPr>
        <p:spPr>
          <a:xfrm>
            <a:off x="5055303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報告書に引用した元データ　調査内容</a:t>
            </a:r>
          </a:p>
        </p:txBody>
      </p:sp>
    </p:spTree>
    <p:extLst>
      <p:ext uri="{BB962C8B-B14F-4D97-AF65-F5344CB8AC3E}">
        <p14:creationId xmlns:p14="http://schemas.microsoft.com/office/powerpoint/2010/main" val="387520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95F12-6010-B379-EA4F-FC6EEAD6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C727C39-E86C-3D6A-BC83-C9E2B4E73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913" y="78793"/>
            <a:ext cx="6638331" cy="36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4" rIns="91428" bIns="45714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報告書③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給与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37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万円の市場価値ギャップ・プロ宣言　報告書</a:t>
            </a:r>
            <a:endParaRPr lang="en-US" altLang="ja-JP" b="1" dirty="0">
              <a:solidFill>
                <a:prstClr val="black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71689C1-E7EA-78DE-A71E-76D0C946F638}"/>
              </a:ext>
            </a:extLst>
          </p:cNvPr>
          <p:cNvSpPr txBox="1"/>
          <p:nvPr/>
        </p:nvSpPr>
        <p:spPr>
          <a:xfrm>
            <a:off x="945671" y="3141935"/>
            <a:ext cx="22331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5"/>
              </a:lnSpc>
              <a:tabLst>
                <a:tab pos="815340" algn="l"/>
              </a:tabLst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S UI Gothic"/>
              </a:rPr>
              <a:t>　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3C4FFA-1DBA-5C6E-AAAB-B398E82A8436}"/>
              </a:ext>
            </a:extLst>
          </p:cNvPr>
          <p:cNvSpPr/>
          <p:nvPr/>
        </p:nvSpPr>
        <p:spPr>
          <a:xfrm>
            <a:off x="194067" y="862218"/>
            <a:ext cx="4656632" cy="4330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・大卒初任給平均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26.23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万円に対し、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DYM37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万円との差をどう認識するか</a:t>
            </a:r>
            <a:b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・全国の係長級平均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39.92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万円に近い給与水準を受け取る責任と自分の現在地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0D62FC0-8CA8-82EF-EF6F-EAAE808DB8A3}"/>
              </a:ext>
            </a:extLst>
          </p:cNvPr>
          <p:cNvSpPr/>
          <p:nvPr/>
        </p:nvSpPr>
        <p:spPr>
          <a:xfrm>
            <a:off x="194067" y="1317015"/>
            <a:ext cx="4656632" cy="21930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699E99C-BADD-8438-0AF2-3B5D0D0AC085}"/>
              </a:ext>
            </a:extLst>
          </p:cNvPr>
          <p:cNvSpPr/>
          <p:nvPr/>
        </p:nvSpPr>
        <p:spPr>
          <a:xfrm>
            <a:off x="194067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1】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同世代および全国の係長級平均とのギャップ（定量表記重視）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39456F05-A948-087B-E8AA-DAE992804631}"/>
              </a:ext>
            </a:extLst>
          </p:cNvPr>
          <p:cNvSpPr/>
          <p:nvPr/>
        </p:nvSpPr>
        <p:spPr>
          <a:xfrm>
            <a:off x="193675" y="3859151"/>
            <a:ext cx="4656632" cy="4330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・経験・スキル不足を何でカバーするか　（例：行動量・スピード・執着　等）</a:t>
            </a:r>
          </a:p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・「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新入社員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　から「プロ」への転換をするための行動指針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670503B-A36F-DBDE-25B6-5D66D4ABA509}"/>
              </a:ext>
            </a:extLst>
          </p:cNvPr>
          <p:cNvSpPr/>
          <p:nvPr/>
        </p:nvSpPr>
        <p:spPr>
          <a:xfrm>
            <a:off x="193675" y="4313948"/>
            <a:ext cx="4656632" cy="21930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962EF1A-CC30-F5AA-00CB-4F3E3C9C72CF}"/>
              </a:ext>
            </a:extLst>
          </p:cNvPr>
          <p:cNvSpPr/>
          <p:nvPr/>
        </p:nvSpPr>
        <p:spPr>
          <a:xfrm>
            <a:off x="193675" y="3617621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2】37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万円の期待に応えるプロ</a:t>
            </a:r>
            <a:r>
              <a:rPr kumimoji="1" lang="ja-JP" altLang="en-US" sz="10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行動基準　</a:t>
            </a:r>
            <a:r>
              <a:rPr lang="ja-JP" altLang="en-US" sz="1000" b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（定量表記重視）</a:t>
            </a:r>
            <a:endParaRPr kumimoji="1" lang="ja-JP" altLang="en-US" sz="1000" b="1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9DDAB03-AF9F-9D42-68B9-8A02603BEF82}"/>
              </a:ext>
            </a:extLst>
          </p:cNvPr>
          <p:cNvSpPr/>
          <p:nvPr/>
        </p:nvSpPr>
        <p:spPr>
          <a:xfrm>
            <a:off x="5055303" y="908050"/>
            <a:ext cx="4656632" cy="559892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①下半期の目標達成に向けた定性・定量コミット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 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失敗や壁に直面した際にも「プロとして言い訳をせず成果に向き合う」覚悟</a:t>
            </a: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 直属の上司・組織に対して提供する価値　（目標達成・部署への貢献）</a:t>
            </a: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 給与以上のリターンを会社に還元するプロとしての行動宣言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5252A26-07BA-F584-D67B-495AB91FD21F}"/>
              </a:ext>
            </a:extLst>
          </p:cNvPr>
          <p:cNvSpPr/>
          <p:nvPr/>
        </p:nvSpPr>
        <p:spPr>
          <a:xfrm>
            <a:off x="5055303" y="609640"/>
            <a:ext cx="4656632" cy="283914"/>
          </a:xfrm>
          <a:prstGeom prst="rect">
            <a:avLst/>
          </a:prstGeom>
          <a:solidFill>
            <a:srgbClr val="00006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枠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：結論</a:t>
            </a:r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直属上司へのプロ宣言　（下半期コミット）</a:t>
            </a:r>
          </a:p>
        </p:txBody>
      </p:sp>
    </p:spTree>
    <p:extLst>
      <p:ext uri="{BB962C8B-B14F-4D97-AF65-F5344CB8AC3E}">
        <p14:creationId xmlns:p14="http://schemas.microsoft.com/office/powerpoint/2010/main" val="240146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FF77-1191-4CEB-9E45-0178C7DAF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E67F4E6C-C0FB-2869-61B6-AC66AE94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913" y="78793"/>
            <a:ext cx="9449999" cy="36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8" tIns="45714" rIns="91428" bIns="45714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メモ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給与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37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万円の市場価値ギャップ・プロ宣言　</a:t>
            </a:r>
            <a:r>
              <a:rPr lang="en-US" altLang="ja-JP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GRP</a:t>
            </a:r>
            <a:r>
              <a:rPr lang="ja-JP" altLang="en-US" b="1" dirty="0">
                <a:solidFill>
                  <a:prstClr val="black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メンバーの意見・調査資料のメモ</a:t>
            </a:r>
            <a:endParaRPr lang="en-US" altLang="ja-JP" b="1" dirty="0">
              <a:solidFill>
                <a:prstClr val="black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F680C1FA-1095-C5CE-783F-D26B478474C1}"/>
              </a:ext>
            </a:extLst>
          </p:cNvPr>
          <p:cNvSpPr txBox="1"/>
          <p:nvPr/>
        </p:nvSpPr>
        <p:spPr>
          <a:xfrm>
            <a:off x="945671" y="3141935"/>
            <a:ext cx="223312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85"/>
              </a:lnSpc>
              <a:tabLst>
                <a:tab pos="815340" algn="l"/>
              </a:tabLst>
            </a:pPr>
            <a:r>
              <a:rPr lang="ja-JP" altLang="en-US" sz="2400" b="1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MS UI Gothic"/>
              </a:rPr>
              <a:t>　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5B3E1A4-04C6-733D-D071-D2DF6791804E}"/>
              </a:ext>
            </a:extLst>
          </p:cNvPr>
          <p:cNvSpPr/>
          <p:nvPr/>
        </p:nvSpPr>
        <p:spPr>
          <a:xfrm>
            <a:off x="194067" y="862219"/>
            <a:ext cx="4656632" cy="55911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7349FB8-D667-DFF5-1B11-D4A8E7908240}"/>
              </a:ext>
            </a:extLst>
          </p:cNvPr>
          <p:cNvSpPr/>
          <p:nvPr/>
        </p:nvSpPr>
        <p:spPr>
          <a:xfrm>
            <a:off x="194067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GRP</a:t>
            </a:r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　メンバーの意見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BB7DF5-7A93-09B3-41D9-84DA4AED8831}"/>
              </a:ext>
            </a:extLst>
          </p:cNvPr>
          <p:cNvSpPr/>
          <p:nvPr/>
        </p:nvSpPr>
        <p:spPr>
          <a:xfrm>
            <a:off x="5055303" y="862219"/>
            <a:ext cx="4656632" cy="55911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35E00CE-A525-ABDE-749F-2FF8380F55AD}"/>
              </a:ext>
            </a:extLst>
          </p:cNvPr>
          <p:cNvSpPr/>
          <p:nvPr/>
        </p:nvSpPr>
        <p:spPr>
          <a:xfrm>
            <a:off x="5055303" y="620688"/>
            <a:ext cx="4656632" cy="2303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0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報告書に引用した元データ　調査内容</a:t>
            </a:r>
          </a:p>
        </p:txBody>
      </p:sp>
    </p:spTree>
    <p:extLst>
      <p:ext uri="{BB962C8B-B14F-4D97-AF65-F5344CB8AC3E}">
        <p14:creationId xmlns:p14="http://schemas.microsoft.com/office/powerpoint/2010/main" val="3068768536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Segoe UI Semibold"/>
        <a:ea typeface="メイリオ"/>
        <a:cs typeface=""/>
      </a:majorFont>
      <a:minorFont>
        <a:latin typeface="Segoe UI Semibold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デザインの設定">
  <a:themeElements>
    <a:clrScheme name="デザインの設定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デザインの設定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58232</TotalTime>
  <Words>763</Words>
  <Application>Microsoft Office PowerPoint</Application>
  <PresentationFormat>A4 210 x 297 mm</PresentationFormat>
  <Paragraphs>141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BIZ UDPゴシック</vt:lpstr>
      <vt:lpstr>HGP創英角ｺﾞｼｯｸUB</vt:lpstr>
      <vt:lpstr>メイリオ</vt:lpstr>
      <vt:lpstr>Arial</vt:lpstr>
      <vt:lpstr>Calibri</vt:lpstr>
      <vt:lpstr>Times New Roman</vt:lpstr>
      <vt:lpstr>デザインの設定</vt:lpstr>
      <vt:lpstr>1_デザインの設定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seo資料</dc:title>
  <dc:creator>tsukahara</dc:creator>
  <cp:lastModifiedBy>殿村 亮太</cp:lastModifiedBy>
  <cp:revision>3822</cp:revision>
  <cp:lastPrinted>2019-05-06T22:35:53Z</cp:lastPrinted>
  <dcterms:created xsi:type="dcterms:W3CDTF">2007-08-14T04:23:35Z</dcterms:created>
  <dcterms:modified xsi:type="dcterms:W3CDTF">2026-09-12T04:26:51Z</dcterms:modified>
</cp:coreProperties>
</file>