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7.svg" ContentType="image/svg+xml"/>
  <Override PartName="/ppt/media/image18.svg" ContentType="image/svg+xml"/>
  <Override PartName="/ppt/media/image19.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1.emf"/><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image" Target="../media/image15.jpeg"/><Relationship Id="rId8"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LINE導入の背景／CRM・API連携／その他の活用機能／提供施策／運用プラン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6"/>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3"/>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予約ごとに配信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構築：離脱防止・サンクスLINE誘導、ステップ配信、来場前のお知らせ</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143279</TotalTime>
  <Words>4261</Words>
  <Application>Microsoft Office PowerPoint</Application>
  <PresentationFormat>A4 210 x 297 mm</PresentationFormat>
  <Paragraphs>692</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1976</cp:revision>
  <cp:lastPrinted>2022-11-01T11:38:14Z</cp:lastPrinted>
  <dcterms:created xsi:type="dcterms:W3CDTF">2015-09-04T09:21:15Z</dcterms:created>
  <dcterms:modified xsi:type="dcterms:W3CDTF">2026-10-19T03:20:25Z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