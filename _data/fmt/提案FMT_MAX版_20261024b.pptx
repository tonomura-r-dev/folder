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3150"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3151" r:id="rId52"/>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24"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image" Target="../media/image57.jpeg"/><Relationship Id="rId8" Type="http://schemas.openxmlformats.org/officeDocument/2006/relationships/image" Target="../media/image5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46.jpeg"/><Relationship Id="rId5" Type="http://schemas.openxmlformats.org/officeDocument/2006/relationships/image" Target="../media/image61.jpg"/><Relationship Id="rId6" Type="http://schemas.openxmlformats.org/officeDocument/2006/relationships/image" Target="../media/image48.png"/><Relationship Id="rId7" Type="http://schemas.openxmlformats.org/officeDocument/2006/relationships/hyperlink" Target="https://youtube.com/shorts/0qI4QgrOppQ" TargetMode="External"/><Relationship Id="rId8" Type="http://schemas.openxmlformats.org/officeDocument/2006/relationships/image" Target="../media/image45.png"/><Relationship Id="rId9" Type="http://schemas.openxmlformats.org/officeDocument/2006/relationships/image" Target="../media/image62.png"/><Relationship Id="rId10" Type="http://schemas.openxmlformats.org/officeDocument/2006/relationships/image" Target="../media/image44.png"/><Relationship Id="rId1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ポップアップバナー</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（例：CV数・</a:t>
            </a:r>
            <a:br>
              <a:rPr sz="1400" b="0">
                <a:solidFill>
                  <a:srgbClr val="999999"/>
                </a:solidFill>
                <a:latin typeface="メイリオ"/>
                <a:ea typeface="メイリオ"/>
                <a:cs typeface="メイリオ"/>
              </a:rPr>
            </a:br>
            <a:r>
              <a:rPr sz="1400" b="0">
                <a:solidFill>
                  <a:srgbClr val="999999"/>
                </a:solidFill>
                <a:latin typeface="メイリオ"/>
                <a:ea typeface="メイリオ"/>
                <a:cs typeface="メイリオ"/>
              </a:rPr>
              <a:t>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5"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10"/>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8"/>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8"/>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8"/>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4"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180597" y="1172815"/>
            <a:ext cx="3833883" cy="230832"/>
          </a:xfrm>
          <a:prstGeom prst="rect">
            <a:avLst/>
          </a:prstGeom>
          <a:noFill/>
        </p:spPr>
        <p:txBody>
          <a:bodyPr wrap="square" lIns="74295" rIns="74295">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11"/>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11"/>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371600"/>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371600"/>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145287</TotalTime>
  <Words>3756</Words>
  <Application>Microsoft Office PowerPoint</Application>
  <PresentationFormat>A4 210 x 297 mm</PresentationFormat>
  <Paragraphs>870</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1982</cp:revision>
  <cp:lastPrinted>2022-11-01T11:38:14Z</cp:lastPrinted>
  <dcterms:created xsi:type="dcterms:W3CDTF">2015-09-04T09:21:15Z</dcterms:created>
  <dcterms:modified xsi:type="dcterms:W3CDTF">2026-10-24T07:35:09Z</dcterms:modified>
</cp:coreProperties>
</file>