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2731"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2639" r:id="rId37"/>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p:scale>
          <a:sx n="33" d="100"/>
          <a:sy n="33" d="100"/>
        </p:scale>
        <p:origin x="488" y="93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jpeg"/><Relationship Id="rId7" Type="http://schemas.openxmlformats.org/officeDocument/2006/relationships/image" Target="../media/image47.pn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png"/><Relationship Id="rId10" Type="http://schemas.openxmlformats.org/officeDocument/2006/relationships/image" Target="../media/image50.jpeg"/><Relationship Id="rId4" Type="http://schemas.openxmlformats.org/officeDocument/2006/relationships/image" Target="../media/image44.png"/><Relationship Id="rId9"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3.emf"/><Relationship Id="rId7" Type="http://schemas.openxmlformats.org/officeDocument/2006/relationships/image" Target="../media/image57.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Tree>
    <p:extLst>
      <p:ext uri="{BB962C8B-B14F-4D97-AF65-F5344CB8AC3E}">
        <p14:creationId xmlns:p14="http://schemas.microsoft.com/office/powerpoint/2010/main" val="149433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査定〜面談の流れを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3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dirty="0" err="1">
                <a:solidFill>
                  <a:srgbClr val="333333"/>
                </a:solidFill>
                <a:latin typeface="メイリオ"/>
                <a:ea typeface="メイリオ"/>
                <a:cs typeface="メイリオ"/>
              </a:rPr>
              <a:t>友だち追加の入口を増やす（ポップアップ・広告・店頭</a:t>
            </a:r>
            <a:r>
              <a:rPr sz="1100" b="0" dirty="0">
                <a:solidFill>
                  <a:srgbClr val="333333"/>
                </a:solidFill>
                <a:latin typeface="メイリオ"/>
                <a:ea typeface="メイリオ"/>
                <a:cs typeface="メイリオ"/>
              </a:rPr>
              <a:t>）</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通数費・運用工数の削減（セグメント・自動化）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◎＝最重視／○＝重視／△＝優先度は低い。ヒアリングで記入し、施策の配分と予算の目安に反映します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流入量・</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地点から、</a:t>
            </a:r>
            <a:r>
              <a:rPr lang="en-US" altLang="ja-JP" sz="1300" b="1" dirty="0">
                <a:solidFill>
                  <a:srgbClr val="4A6FA5"/>
                </a:solidFill>
                <a:latin typeface="メイリオ"/>
                <a:ea typeface="メイリオ"/>
                <a:cs typeface="メイリオ"/>
              </a:rPr>
              <a:t>LINE</a:t>
            </a:r>
            <a:r>
              <a:rPr lang="ja-JP" altLang="en-US" sz="1300" b="1" dirty="0">
                <a:solidFill>
                  <a:srgbClr val="4A6FA5"/>
                </a:solidFill>
                <a:latin typeface="メイリオ"/>
                <a:ea typeface="メイリオ"/>
                <a:cs typeface="メイリオ"/>
              </a:rPr>
              <a:t>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アカウント費・ツール費・運用費・通数費の月額合計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アクティブ率・通数費の現状を見て、セグメント配信などで改善できる範囲を提案に反映します</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150" b="1" dirty="0">
                <a:solidFill>
                  <a:srgbClr val="1F2A5C"/>
                </a:solidFill>
                <a:latin typeface="メイリオ"/>
                <a:ea typeface="メイリオ"/>
                <a:cs typeface="メイリオ"/>
              </a:rPr>
              <a:t>LINE Official</a:t>
            </a:r>
            <a:r>
              <a:rPr lang="ja-JP" altLang="en-US" sz="1150" b="1" dirty="0">
                <a:solidFill>
                  <a:srgbClr val="1F2A5C"/>
                </a:solidFill>
                <a:latin typeface="メイリオ"/>
                <a:ea typeface="メイリオ"/>
                <a:cs typeface="メイリオ"/>
              </a:rPr>
              <a:t> </a:t>
            </a:r>
            <a:r>
              <a:rPr lang="en-US" altLang="ja-JP" sz="1150" b="1" dirty="0">
                <a:solidFill>
                  <a:srgbClr val="1F2A5C"/>
                </a:solidFill>
                <a:latin typeface="メイリオ"/>
                <a:ea typeface="メイリオ"/>
                <a:cs typeface="メイリオ"/>
              </a:rPr>
              <a:t>Manager</a:t>
            </a:r>
            <a:r>
              <a:rPr lang="ja-JP" altLang="en-US" sz="1150" b="1" dirty="0">
                <a:solidFill>
                  <a:srgbClr val="1F2A5C"/>
                </a:solidFill>
                <a:latin typeface="メイリオ"/>
                <a:ea typeface="メイリオ"/>
                <a:cs typeface="メイリオ"/>
              </a:rPr>
              <a:t>、</a:t>
            </a:r>
            <a:r>
              <a:rPr lang="en-US" altLang="ja-JP" sz="1150" b="1" dirty="0">
                <a:solidFill>
                  <a:srgbClr val="1F2A5C"/>
                </a:solidFill>
                <a:latin typeface="メイリオ"/>
                <a:ea typeface="メイリオ"/>
                <a:cs typeface="メイリオ"/>
              </a:rPr>
              <a:t>API</a:t>
            </a:r>
            <a:r>
              <a:rPr lang="ja-JP" altLang="en-US" sz="1150" b="1" dirty="0">
                <a:solidFill>
                  <a:srgbClr val="1F2A5C"/>
                </a:solidFill>
                <a:latin typeface="メイリオ"/>
                <a:ea typeface="メイリオ"/>
                <a:cs typeface="メイリオ"/>
              </a:rPr>
              <a:t>ツール等、配信にかかわる管理画面の共有をいただければ詳細なご提案が可能です。</a:t>
            </a:r>
            <a:endParaRPr sz="115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145203</TotalTime>
  <Words>3648</Words>
  <Application>Microsoft Office PowerPoint</Application>
  <PresentationFormat>A4 210 x 297 mm</PresentationFormat>
  <Paragraphs>837</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1981</cp:revision>
  <cp:lastPrinted>2022-11-01T11:38:14Z</cp:lastPrinted>
  <dcterms:created xsi:type="dcterms:W3CDTF">2015-09-04T09:21:15Z</dcterms:created>
  <dcterms:modified xsi:type="dcterms:W3CDTF">2026-10-24T06:11:51Z</dcterms:modified>
</cp:coreProperties>
</file>