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3"/>
  </p:notesMasterIdLst>
  <p:handoutMasterIdLst>
    <p:handoutMasterId r:id="rId64"/>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15" r:id="rId20"/>
    <p:sldId id="2957" r:id="rId21"/>
    <p:sldId id="3022" r:id="rId22"/>
    <p:sldId id="3031" r:id="rId23"/>
    <p:sldId id="3023" r:id="rId24"/>
    <p:sldId id="3024" r:id="rId25"/>
    <p:sldId id="3019" r:id="rId26"/>
    <p:sldId id="3032" r:id="rId27"/>
    <p:sldId id="3028" r:id="rId28"/>
    <p:sldId id="2970" r:id="rId29"/>
    <p:sldId id="2959" r:id="rId30"/>
    <p:sldId id="3025" r:id="rId31"/>
    <p:sldId id="3034" r:id="rId32"/>
    <p:sldId id="2966" r:id="rId33"/>
    <p:sldId id="3013" r:id="rId34"/>
    <p:sldId id="3029" r:id="rId35"/>
    <p:sldId id="3011" r:id="rId36"/>
    <p:sldId id="2734" r:id="rId37"/>
    <p:sldId id="2595" r:id="rId38"/>
    <p:sldId id="2566" r:id="rId39"/>
    <p:sldId id="2915" r:id="rId40"/>
    <p:sldId id="2619" r:id="rId41"/>
    <p:sldId id="1169" r:id="rId42"/>
    <p:sldId id="2961" r:id="rId43"/>
    <p:sldId id="2908" r:id="rId44"/>
    <p:sldId id="2935" r:id="rId45"/>
    <p:sldId id="2919" r:id="rId46"/>
    <p:sldId id="2519" r:id="rId47"/>
    <p:sldId id="2931" r:id="rId48"/>
    <p:sldId id="2749" r:id="rId49"/>
    <p:sldId id="2950" r:id="rId50"/>
    <p:sldId id="2563" r:id="rId51"/>
    <p:sldId id="2968" r:id="rId52"/>
    <p:sldId id="2969" r:id="rId53"/>
    <p:sldId id="2951" r:id="rId54"/>
    <p:sldId id="2841" r:id="rId55"/>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40</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e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hyperlink" Target="https://youtube.com/shorts/0qI4QgrOppQ" TargetMode="External"/><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emf"/><Relationship Id="rId7" Type="http://schemas.openxmlformats.org/officeDocument/2006/relationships/image" Target="../media/image43.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extLst>
              <p:ext uri="{D42A27DB-BD31-4B8C-83A1-F6EECF244321}">
                <p14:modId xmlns:p14="http://schemas.microsoft.com/office/powerpoint/2010/main" val="1645872842"/>
              </p:ext>
            </p:extLst>
          </p:nvPr>
        </p:nvGraphicFramePr>
        <p:xfrm>
          <a:off x="502920" y="1508760"/>
          <a:ext cx="8897112" cy="220675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365760">
                <a:tc>
                  <a:txBody>
                    <a:bodyPr/>
                    <a:lstStyle/>
                    <a:p>
                      <a:pPr algn="l">
                        <a:buNone/>
                      </a:pPr>
                      <a:endParaRPr lang="ja-JP" altLang="en-US" sz="13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継続して情報を届ける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1259239623"/>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07336">
                  <a:extLst>
                    <a:ext uri="{9D8B030D-6E8A-4147-A177-3AD203B41FA5}">
                      <a16:colId xmlns:a16="http://schemas.microsoft.com/office/drawing/2014/main" val="20001"/>
                    </a:ext>
                  </a:extLst>
                </a:gridCol>
                <a:gridCol w="2673531">
                  <a:extLst>
                    <a:ext uri="{9D8B030D-6E8A-4147-A177-3AD203B41FA5}">
                      <a16:colId xmlns:a16="http://schemas.microsoft.com/office/drawing/2014/main" val="20002"/>
                    </a:ext>
                  </a:extLst>
                </a:gridCol>
                <a:gridCol w="2471493">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119633429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時期に合わせて届ける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extLst>
              <p:ext uri="{D42A27DB-BD31-4B8C-83A1-F6EECF244321}">
                <p14:modId xmlns:p14="http://schemas.microsoft.com/office/powerpoint/2010/main" val="1493693055"/>
              </p:ext>
            </p:extLst>
          </p:nvPr>
        </p:nvGraphicFramePr>
        <p:xfrm>
          <a:off x="381000" y="1490760"/>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4214720398"/>
              </p:ext>
            </p:extLst>
          </p:nvPr>
        </p:nvGraphicFramePr>
        <p:xfrm>
          <a:off x="381000" y="1484376"/>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en-US" altLang="ja-JP" sz="1500" b="0" dirty="0">
                          <a:solidFill>
                            <a:srgbClr val="333333"/>
                          </a:solidFill>
                          <a:latin typeface="メイリオ" panose="020B0604030504040204" pitchFamily="50" charset="-128"/>
                          <a:ea typeface="メイリオ" panose="020B0604030504040204" pitchFamily="50" charset="-128"/>
                          <a:cs typeface="メイリオ"/>
                        </a:rPr>
                        <a:t>25</a:t>
                      </a:r>
                      <a:r>
                        <a:rPr lang="ja-JP" altLang="en-US" sz="1500" b="0" dirty="0">
                          <a:solidFill>
                            <a:srgbClr val="333333"/>
                          </a:solidFill>
                          <a:latin typeface="メイリオ" panose="020B0604030504040204" pitchFamily="50" charset="-128"/>
                          <a:ea typeface="メイリオ" panose="020B0604030504040204" pitchFamily="50" charset="-128"/>
                          <a:cs typeface="メイリオ"/>
                        </a:rPr>
                        <a:t>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en-US" altLang="ja-JP" sz="1600" b="1" dirty="0">
                          <a:solidFill>
                            <a:srgbClr val="1F285A"/>
                          </a:solidFill>
                          <a:latin typeface="メイリオ" panose="020B0604030504040204" pitchFamily="50" charset="-128"/>
                          <a:ea typeface="メイリオ" panose="020B0604030504040204" pitchFamily="50" charset="-128"/>
                          <a:cs typeface="メイリオ"/>
                        </a:rPr>
                        <a:t>28</a:t>
                      </a:r>
                      <a:r>
                        <a:rPr lang="ja-JP" altLang="en-US" sz="1600" b="1" dirty="0">
                          <a:solidFill>
                            <a:srgbClr val="1F285A"/>
                          </a:solidFill>
                          <a:latin typeface="メイリオ" panose="020B0604030504040204" pitchFamily="50" charset="-128"/>
                          <a:ea typeface="メイリオ" panose="020B0604030504040204" pitchFamily="50" charset="-128"/>
                          <a:cs typeface="メイリオ"/>
                        </a:rPr>
                        <a:t>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1470470243"/>
              </p:ext>
            </p:extLst>
          </p:nvPr>
        </p:nvGraphicFramePr>
        <p:xfrm>
          <a:off x="381000" y="1490760"/>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a:t>
                      </a:r>
                      <a:r>
                        <a:rPr lang="en-US" altLang="ja-JP" sz="1300" b="0" dirty="0">
                          <a:solidFill>
                            <a:srgbClr val="333333"/>
                          </a:solidFill>
                          <a:latin typeface="メイリオ" panose="020B0604030504040204" pitchFamily="50" charset="-128"/>
                          <a:ea typeface="メイリオ" panose="020B0604030504040204" pitchFamily="50" charset="-128"/>
                          <a:cs typeface="メイリオ"/>
                        </a:rPr>
                        <a:t>2</a:t>
                      </a:r>
                      <a:r>
                        <a:rPr lang="ja-JP" altLang="en-US" sz="1300" b="0" dirty="0">
                          <a:solidFill>
                            <a:srgbClr val="333333"/>
                          </a:solidFill>
                          <a:latin typeface="メイリオ" panose="020B0604030504040204" pitchFamily="50" charset="-128"/>
                          <a:ea typeface="メイリオ" panose="020B0604030504040204" pitchFamily="50" charset="-128"/>
                          <a:cs typeface="メイリオ"/>
                        </a:rPr>
                        <a:t>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a:t>
                      </a:r>
                      <a:endParaRPr lang="en-US" altLang="ja-JP" sz="1300" b="1" dirty="0">
                        <a:solidFill>
                          <a:srgbClr val="1F285A"/>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必要に応じて、興味分野を1問で確認</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142343</TotalTime>
  <Words>7487</Words>
  <Application>Microsoft Office PowerPoint</Application>
  <PresentationFormat>A4 210 x 297 mm</PresentationFormat>
  <Paragraphs>1325</Paragraphs>
  <Slides>60</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60</vt:i4>
      </vt:variant>
    </vt:vector>
  </HeadingPairs>
  <TitlesOfParts>
    <vt:vector size="66"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2026-10-22T05:59:23Z</dcterms:modified>
</cp:coreProperties>
</file>