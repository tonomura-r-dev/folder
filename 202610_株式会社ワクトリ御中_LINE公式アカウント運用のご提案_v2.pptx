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9"/>
  </p:notesMasterIdLst>
  <p:handoutMasterIdLst>
    <p:handoutMasterId r:id="rId60"/>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65"/>
    <p:sldId id="3175" r:id="rId66"/>
    <p:sldId id="3176" r:id="rId67"/>
    <p:sldId id="2728" r:id="rId28"/>
    <p:sldId id="3160" r:id="rId29"/>
    <p:sldId id="3161" r:id="rId30"/>
    <p:sldId id="3162" r:id="rId31"/>
    <p:sldId id="3163" r:id="rId32"/>
    <p:sldId id="3164" r:id="rId33"/>
    <p:sldId id="3165" r:id="rId34"/>
    <p:sldId id="3166" r:id="rId35"/>
    <p:sldId id="3167" r:id="rId36"/>
    <p:sldId id="2729" r:id="rId37"/>
    <p:sldId id="3168" r:id="rId38"/>
    <p:sldId id="3169" r:id="rId39"/>
    <p:sldId id="3170" r:id="rId40"/>
    <p:sldId id="2730" r:id="rId41"/>
    <p:sldId id="2563" r:id="rId42"/>
    <p:sldId id="2959" r:id="rId43"/>
    <p:sldId id="2970" r:id="rId44"/>
    <p:sldId id="2968" r:id="rId45"/>
    <p:sldId id="2969" r:id="rId46"/>
    <p:sldId id="3151" r:id="rId47"/>
    <p:sldId id="2575" r:id="rId48"/>
    <p:sldId id="2910" r:id="rId49"/>
    <p:sldId id="3171" r:id="rId50"/>
    <p:sldId id="3172" r:id="rId51"/>
    <p:sldId id="3173" r:id="rId52"/>
    <p:sldId id="3136" r:id="rId53"/>
    <p:sldId id="3137" r:id="rId54"/>
    <p:sldId id="3138" r:id="rId55"/>
    <p:sldId id="3139" r:id="rId56"/>
    <p:sldId id="3140" r:id="rId57"/>
    <p:sldId id="1169" r:id="rId5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notesMaster" Target="notesMasters/notesMaster1.xml"/><Relationship Id="rId60" Type="http://schemas.openxmlformats.org/officeDocument/2006/relationships/handoutMaster" Target="handoutMasters/handout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openxmlformats.org/officeDocument/2006/relationships/slide" Target="slides/slide23.xml"/><Relationship Id="rId66" Type="http://schemas.openxmlformats.org/officeDocument/2006/relationships/slide" Target="slides/slide24.xml"/><Relationship Id="rId67"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2026/10/26</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 Id="rId4" Type="http://schemas.openxmlformats.org/officeDocument/2006/relationships/image" Target="../media/image71.jpg"/><Relationship Id="rId5" Type="http://schemas.openxmlformats.org/officeDocument/2006/relationships/image" Target="../media/image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jpeg"/><Relationship Id="rId8" Type="http://schemas.openxmlformats.org/officeDocument/2006/relationships/image" Target="../media/image58.jp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hyperlink" Target="https://youtube.com/shorts/0qI4QgrOppQ"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image" Target="../media/image67.jpeg"/><Relationship Id="rId8"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2"/>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重視したいポイントを分岐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（今のアンケートを発展）</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検索の直前・当日に「派遣会社」「単発バイト」「リゾートバイト」などを検索。働き方を比べている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検索の当日〜1日後に「扶養内で働ける金額 2025」「国民健康保険料」など、お金・保険の検索が続く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当日〜3日後に「派遣会社 おすすめ企業」「バイトル」「スタッフサービス」「エン派遣」など、会社・サービスを比べる検索が続く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2〜7日後に「派遣 職場見学 落ちる確率」「履歴書 書き方」など、応募・面接の準備の検索が増える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3"/>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Resort」の求人を、開始時期・エリアの答えで出し分け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・契約満了の前：次のお仕事の案内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今のアンケートと「重視したいポイント」を発展</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契約満了前の次のお仕事案内</a:t>
            </a:r>
          </a:p>
          <a:p>
            <a:pPr algn="l">
              <a:lnSpc>
                <a:spcPct val="105000"/>
              </a:lnSpc>
              <a:spcAft>
                <a:spcPts val="200"/>
              </a:spcAft>
            </a:pPr>
            <a:r>
              <a:rPr sz="1200" b="0">
                <a:solidFill>
                  <a:srgbClr val="333333"/>
                </a:solidFill>
                <a:latin typeface="メイリオ"/>
                <a:ea typeface="メイリオ"/>
                <a:cs typeface="メイリオ"/>
              </a:rPr>
              <a:t>稼働中・満了前に、次のお仕事をご案内</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145396</TotalTime>
  <Words>4402</Words>
  <Application>Microsoft Office PowerPoint</Application>
  <PresentationFormat>A4 210 x 297 mm</PresentationFormat>
  <Paragraphs>1027</Paragraphs>
  <Slides>56</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56</vt:i4>
      </vt:variant>
    </vt:vector>
  </HeadingPairs>
  <TitlesOfParts>
    <vt:vector size="63"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1983</cp:revision>
  <cp:lastPrinted>2022-11-01T11:38:14Z</cp:lastPrinted>
  <dcterms:created xsi:type="dcterms:W3CDTF">2015-09-04T09:21:15Z</dcterms:created>
  <dcterms:modified xsi:type="dcterms:W3CDTF">2026-10-26T04:36:09Z</dcterms:modified>
</cp:coreProperties>
</file>