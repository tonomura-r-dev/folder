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2971" r:id="rId3"/>
    <p:sldId id="2972" r:id="rId4"/>
    <p:sldId id="2904" r:id="rId5"/>
    <p:sldId id="3007" r:id="rId6"/>
    <p:sldId id="2987" r:id="rId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の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は、申込みの「後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につながる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で、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来店・成約・リピート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まで追う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12000" y="2701801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4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資料請求・予約・購入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701801"/>
            <a:ext cx="324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56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メール・電話で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フォロー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36000" y="2701801"/>
            <a:ext cx="324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68000" y="2323800"/>
            <a:ext cx="1807199" cy="1080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来店・成約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リピート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6000" y="3547801"/>
            <a:ext cx="4219200" cy="540000"/>
          </a:xfrm>
          <a:prstGeom prst="roundRect">
            <a:avLst>
              <a:gd name="adj" fmla="val 10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/>
            <a:r>
              <a:rPr sz="13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読まれない・つながらない＝取りこぼし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3547801"/>
            <a:ext cx="4644000" cy="540000"/>
          </a:xfrm>
          <a:prstGeom prst="rect">
            <a:avLst/>
          </a:prstGeom>
          <a:noFill/>
        </p:spPr>
        <p:txBody>
          <a:bodyPr wrap="square" lIns="50400" tIns="21600" rIns="50400" bIns="21600" anchor="ctr">
            <a:spAutoFit/>
          </a:bodyPr>
          <a:lstStyle/>
          <a:p>
            <a:pPr algn="ctr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広告の成果（申込み数）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4843801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申込みの「後」の追い方を変えれば、同じ広告費のまま成果が増えます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サンクスLINE｜申込みの直後に、LINEでつながる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96191"/>
            <a:ext cx="9036000" cy="587617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申込みの完了画面から、そのままLINEへ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関心が一番高いタイミング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なりやすい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485800"/>
            <a:ext cx="15840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フォーム入力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88000" y="2791800"/>
            <a:ext cx="288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48000" y="2485800"/>
            <a:ext cx="17640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申込み完了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購入・予約・資料請求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84000" y="2791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44000" y="2485800"/>
            <a:ext cx="1296000" cy="936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ツールで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sz="12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LINEへ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6012000" y="2791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72000" y="2485800"/>
            <a:ext cx="3103199" cy="432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はじめての方 → 友だち追加の画面へ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2000" y="2989801"/>
            <a:ext cx="3103199" cy="432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友だちの方 → トーク画面へ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709801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関心が一番高い直後に案内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申込みの直後なので、友だちにな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りやすい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77599" y="3709801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友だち集めの広告費ゼロ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今の広告で集めた申込みを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そのままLINE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で当日まで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23199" y="3709801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入力内容をそのまま活用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トークに反映し、配信の出し分けにも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有効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655999" y="5274000"/>
            <a:ext cx="1655999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 10万円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999" y="5274000"/>
            <a:ext cx="1655999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 3万円〜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3999" y="5306468"/>
            <a:ext cx="5508000" cy="259065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既存のAPIツールとの併用も可能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LINEで、成果まで育てる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申込んだ方に合わせて、LINEで次の一歩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へとつなげる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215800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資料請求した方</a:t>
            </a:r>
          </a:p>
        </p:txBody>
      </p:sp>
      <p:sp>
        <p:nvSpPr>
          <p:cNvPr id="6" name="Down Arrow 5"/>
          <p:cNvSpPr/>
          <p:nvPr/>
        </p:nvSpPr>
        <p:spPr>
          <a:xfrm>
            <a:off x="1692000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2000" y="3079801"/>
            <a:ext cx="295199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比較のポイント・事例</a:t>
            </a:r>
          </a:p>
        </p:txBody>
      </p:sp>
      <p:sp>
        <p:nvSpPr>
          <p:cNvPr id="8" name="Down Arrow 7"/>
          <p:cNvSpPr/>
          <p:nvPr/>
        </p:nvSpPr>
        <p:spPr>
          <a:xfrm>
            <a:off x="1692000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000" y="4087801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来店・商談へ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7599" y="2215800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予約した方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737599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7599" y="3079801"/>
            <a:ext cx="295199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前日・当日のリマインド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737599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77599" y="4087801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キャンセルを減らす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3199" y="2215800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購入した方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783199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23199" y="3079801"/>
            <a:ext cx="295199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使い方・次回のご案内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783199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23199" y="4087801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リピートへ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lang="en-US" altLang="ja-JP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LTV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2000" y="4951801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弊社実績：美容クリニックで、予約後の来院率が40〜50%改善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広告は「申込みの数」、LINEは「売上」をつくる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同じ広告費のまま、申込みの「後」を伸ばして成約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数増加へ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584000" y="2287800"/>
            <a:ext cx="3204000" cy="27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広告の役割：申込みを集める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6000" y="2287800"/>
            <a:ext cx="4579200" cy="27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LINEの役割：申込んだ方を売上へ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683800"/>
            <a:ext cx="1044000" cy="864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広告だけ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84000" y="2683800"/>
            <a:ext cx="3204000" cy="864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 100件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広告費 月100万円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60000" y="2953800"/>
            <a:ext cx="288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20000" y="2683800"/>
            <a:ext cx="1944000" cy="8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メール・電話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36000" y="2953800"/>
            <a:ext cx="288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96000" y="2683800"/>
            <a:ext cx="1879200" cy="864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成約 20件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1件あたり 5.0万円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727800"/>
            <a:ext cx="1044000" cy="86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＋LINE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84000" y="3727800"/>
            <a:ext cx="3204000" cy="864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 100件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広告費 月100万円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0000" y="3997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20000" y="3727800"/>
            <a:ext cx="1944000" cy="864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36000" y="3997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96000" y="3727800"/>
            <a:ext cx="1879200" cy="86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成約 24件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1件あたり 約4.3万円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879800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LINEの友だちは毎月たまり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案内・成約まで</a:t>
            </a:r>
            <a:endParaRPr lang="en-US" altLang="ja-JP"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※試算例：成約率 20%（広告だけ）→ 24%（広告＋LINE）。1件あたり＝（広告費＋LINE費用 月3万円）÷成約件数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進め方｜広告のご提案と、あわせて始められます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大きな開発は不要です。広告の予算の一部から、小さく始められます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143800"/>
            <a:ext cx="86400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4000" y="2143800"/>
            <a:ext cx="80712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具体的なご提案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LINEへの動線・配信の内容・成果のシミュレーション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3223800"/>
            <a:ext cx="86400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04000" y="3223800"/>
            <a:ext cx="80712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広告と同時に開始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完了画面にLINEへの案内を設置し、配信をスタート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4411800"/>
            <a:ext cx="1655999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 10万円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0000" y="4411800"/>
            <a:ext cx="1655999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 3万円〜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4411800"/>
            <a:ext cx="5508000" cy="324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※設定する地点（完了画面）を増やす場合は追加費用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023800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まずは、広告のご提案とあわせて、LINE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の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</a:t>
            </a: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設計をご提案します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143214</TotalTime>
  <Words>302</Words>
  <Application>Microsoft Office PowerPoint</Application>
  <PresentationFormat>A4 210 x 297 mm</PresentationFormat>
  <Paragraphs>78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1962</cp:revision>
  <cp:lastPrinted>2022-11-01T11:38:14Z</cp:lastPrinted>
  <dcterms:created xsi:type="dcterms:W3CDTF">2015-09-04T09:21:15Z</dcterms:created>
  <dcterms:modified xsi:type="dcterms:W3CDTF">2026-09-30T08:32:22Z</dcterms:modified>
</cp:coreProperties>
</file>