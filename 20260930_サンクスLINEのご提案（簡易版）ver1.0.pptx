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7"/>
  </p:notesMasterIdLst>
  <p:handoutMasterIdLst>
    <p:handoutMasterId r:id="rId28"/>
  </p:handoutMasterIdLst>
  <p:sldIdLst>
    <p:sldId id="2971" r:id="rId4"/>
    <p:sldId id="2972" r:id="rId5"/>
    <p:sldId id="2904" r:id="rId6"/>
    <p:sldId id="3007" r:id="rId7"/>
    <p:sldId id="2987" r:id="rId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LINEの成果は、申込みの「後」で決まる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広告で申込みまではとれても、来店・成約・リピートは、その後の追い方次第です。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015999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2000" y="2394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4000" y="2015999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資料請求・予約・購入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394000"/>
            <a:ext cx="324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6000" y="2015999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メール・電話で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フォロー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236000" y="2394000"/>
            <a:ext cx="324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68000" y="2015999"/>
            <a:ext cx="1807199" cy="1080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6000" y="3240000"/>
            <a:ext cx="4219200" cy="54000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読まれない・つながらない＝取りこぼし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3240000"/>
            <a:ext cx="4644000" cy="54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広告の成果（申込み数）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5360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申込みの「後」の追い方を変えれば、同じ広告費のまま成果が増えます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申込みの完了画面から、そのままLINEへ。関心が一番高いタイミングなので、友だちになっていただきやすい仕組みです。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158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フォーム入力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88000" y="1961999"/>
            <a:ext cx="288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48000" y="1655999"/>
            <a:ext cx="176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購入・予約・資料請求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84000" y="1961999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44000" y="1655999"/>
            <a:ext cx="1296000" cy="936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ツールで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12000" y="1961999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72000" y="1655999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はじめての方 → 友だち追加の画面へ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2000" y="2160000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友だちの方 → トーク画面へ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2880000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申込みの直後なので、友だちになっていただきやすい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7599" y="2880000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今の広告で集めた申込みを、そのままLINEへ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3199" y="2880000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トークに反映し、配信の出し分けにも使える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4031999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10万円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60000" y="4031999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4031999"/>
            <a:ext cx="5508000" cy="324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既存のAPIツールとの併用も可能です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LINEで、成果まで育てる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申込んだ方に合わせて、LINEで次の一歩を後押しします。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資料請求した方</a:t>
            </a:r>
          </a:p>
        </p:txBody>
      </p:sp>
      <p:sp>
        <p:nvSpPr>
          <p:cNvPr id="6" name="Down Arrow 5"/>
          <p:cNvSpPr/>
          <p:nvPr/>
        </p:nvSpPr>
        <p:spPr>
          <a:xfrm>
            <a:off x="1692000" y="2214000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2000" y="2520000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比較のポイント・事例</a:t>
            </a:r>
          </a:p>
        </p:txBody>
      </p:sp>
      <p:sp>
        <p:nvSpPr>
          <p:cNvPr id="8" name="Down Arrow 7"/>
          <p:cNvSpPr/>
          <p:nvPr/>
        </p:nvSpPr>
        <p:spPr>
          <a:xfrm>
            <a:off x="1692000" y="3221999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2000" y="35280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来店・商談へ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7599" y="1655999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予約した方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737599" y="2214000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77599" y="2520000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前日・当日のリマインド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737599" y="3221999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7599" y="35280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キャンセルを減らす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3199" y="1655999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購入した方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7783199" y="2214000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23199" y="2520000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使い方・次回のご案内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7783199" y="3221999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23199" y="35280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リピートへ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43920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弊社実績：美容クリニックで、予約後の来院率が40〜50%改善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広告は「申込みの数」、LINEは「売上」をつくる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同じ広告費のまま、申込みの「後」を伸ばして成約を増やします。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584000" y="1584000"/>
            <a:ext cx="3204000" cy="27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広告の役割：申込みを集める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6000" y="1584000"/>
            <a:ext cx="4579200" cy="27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LINEの役割：申込んだ方を売上へ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19800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84000" y="19800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60000" y="22500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20000" y="19800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メール・電話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22500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96000" y="19800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成約 20件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 5.0万円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0240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84000" y="30240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60000" y="32940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20000" y="30240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36000" y="32940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96000" y="30240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成約 24件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1件あたり 約4.3万円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1760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LINEの友だちは毎月たまり、広告を止めても案内を続けられます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※試算例：成約率 20%（広告だけ）→ 24%（広告＋LINE）。1件あたり＝（広告費＋LINE費用 月3万円）÷成約件数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進め方｜広告のご提案と、あわせて始められます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大きな開発は不要です。広告の予算の一部から、小さく始められます。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7280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04000" y="17280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具体的なご提案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LINEへの動線・配信の内容・成果のシミュレーション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8080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04000" y="28080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広告と同時に開始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完了画面にLINEへの案内を設置し、配信をスタート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9960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10万円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60000" y="39960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3996000"/>
            <a:ext cx="5508000" cy="324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※設定する地点（完了画面）を増やす場合は追加費用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46080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まずは、広告のご提案とあわせて、LINEの設計をご提案します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143206</TotalTime>
  <Words>2442</Words>
  <Application>Microsoft Office PowerPoint</Application>
  <PresentationFormat>A4 210 x 297 mm</PresentationFormat>
  <Paragraphs>606</Paragraphs>
  <Slides>24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24</vt:i4>
      </vt:variant>
    </vt:vector>
  </HeadingPairs>
  <TitlesOfParts>
    <vt:vector size="31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1960</cp:revision>
  <cp:lastPrinted>2022-11-01T11:38:14Z</cp:lastPrinted>
  <dcterms:created xsi:type="dcterms:W3CDTF">2015-09-04T09:21:15Z</dcterms:created>
  <dcterms:modified xsi:type="dcterms:W3CDTF">2026-09-30T06:42:08Z</dcterms:modified>
</cp:coreProperties>
</file>