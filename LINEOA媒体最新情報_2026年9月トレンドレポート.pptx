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 id="2931" r:id="rId1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520229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既読API 一般提供開始のお知らせ</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LINE公式アカウント「分析」データ参照期間 過去36カ月に変更（告知延期中）</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プロモーションスタンプ 効果改善アップデート（サジェスト面 無料スタンプ表示条件緩和）</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友だち追加オプション 複数アカウント対応</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LINEオープンキャンペーン（アンケート型）26年10-12月 期間限定キャンペーン</a:t>
            </a:r>
          </a:p>
        </p:txBody>
      </p:sp>
      <p:sp>
        <p:nvSpPr>
          <p:cNvPr id="21" name="Rectangle 20"/>
          <p:cNvSpPr/>
          <p:nvPr/>
        </p:nvSpPr>
        <p:spPr>
          <a:xfrm>
            <a:off x="566928" y="431596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31596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7</a:t>
            </a:r>
          </a:p>
        </p:txBody>
      </p:sp>
      <p:sp>
        <p:nvSpPr>
          <p:cNvPr id="23" name="TextBox 22"/>
          <p:cNvSpPr txBox="1"/>
          <p:nvPr/>
        </p:nvSpPr>
        <p:spPr>
          <a:xfrm>
            <a:off x="1133856" y="431596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7. LINE Sales Promotion Manager 利用停止期間</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・条件を満たすとお気に入り追加を促すポップアップが表示</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・－（リリース日は要確認）</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・リピート利用ユーザーの再訪導線が強化される。ミニアプリ運用中クライアントへの案内材料になる</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既読API「一般提供開始」のお知らせ</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事前申請不要の新しい既読API（Messaging API）が一般提供開始。トークの既読管理をAPI側から自動化できる。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・新しい既読API（Messaging API「mark as read」）が一般提供開始</a:t>
            </a:r>
          </a:p>
          <a:p>
            <a:pPr>
              <a:lnSpc>
                <a:spcPct val="120000"/>
              </a:lnSpc>
              <a:spcAft>
                <a:spcPts val="300"/>
              </a:spcAft>
            </a:pPr>
            <a:r>
              <a:rPr sz="1000">
                <a:solidFill>
                  <a:srgbClr val="343434"/>
                </a:solidFill>
                <a:latin typeface="メイリオ"/>
                <a:ea typeface="メイリオ"/>
                <a:cs typeface="メイリオ"/>
              </a:rPr>
              <a:t>・事前の利用申請が不要になり、通常のMessaging API開発フローの中でそのまま利用可能に</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・該当なし（Messaging APIの利用範囲内）</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・一般提供開始済み</a:t>
            </a:r>
          </a:p>
          <a:p>
            <a:pPr>
              <a:lnSpc>
                <a:spcPct val="120000"/>
              </a:lnSpc>
              <a:spcAft>
                <a:spcPts val="300"/>
              </a:spcAft>
            </a:pPr>
            <a:r>
              <a:rPr sz="1000">
                <a:solidFill>
                  <a:srgbClr val="343434"/>
                </a:solidFill>
                <a:latin typeface="メイリオ"/>
                <a:ea typeface="メイリオ"/>
                <a:cs typeface="メイリオ"/>
              </a:rPr>
              <a:t>・仕様：developers.line.biz/ja/docs/messaging-api/mark-as-read/</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・CS・チャットツールと連携した運用で、既読管理の自動化に活用できる</a:t>
            </a:r>
          </a:p>
          <a:p>
            <a:pPr>
              <a:lnSpc>
                <a:spcPct val="120000"/>
              </a:lnSpc>
              <a:spcAft>
                <a:spcPts val="300"/>
              </a:spcAft>
            </a:pPr>
            <a:r>
              <a:rPr sz="1000">
                <a:solidFill>
                  <a:srgbClr val="343434"/>
                </a:solidFill>
                <a:latin typeface="メイリオ"/>
                <a:ea typeface="メイリオ"/>
                <a:cs typeface="メイリオ"/>
              </a:rPr>
              <a:t>・旧既読API（LBPM経由の申請制）を使っていた案件は新APIへの移行を検討</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出典：https://workers-hub.box.com/s/nxgvv2ejax65j6cadz7gdsdalxd8zioa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効果改善アップデート（サジェスト面 無料スタンプ表示条件緩和）</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・サジェスト面での無料スタンプ表示ユーザー条件を緩和し全ユーザーに表示されるよう変更</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・リリース日：2026年8月28日（金）</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・A/Bテスト結果：1案件あたり平均DL数+5.63%増</a:t>
            </a:r>
          </a:p>
          <a:p>
            <a:pPr>
              <a:lnSpc>
                <a:spcPct val="120000"/>
              </a:lnSpc>
              <a:spcAft>
                <a:spcPts val="300"/>
              </a:spcAft>
            </a:pPr>
            <a:r>
              <a:rPr sz="1000">
                <a:solidFill>
                  <a:srgbClr val="343434"/>
                </a:solidFill>
                <a:latin typeface="メイリオ"/>
                <a:ea typeface="メイリオ"/>
                <a:cs typeface="メイリオ"/>
              </a:rPr>
              <a:t>・直近18ヶ月DL履歴のないユーザーでも約2倍のDL、普段DLしない層への到達も改善</a:t>
            </a:r>
          </a:p>
          <a:p>
            <a:pPr>
              <a:lnSpc>
                <a:spcPct val="120000"/>
              </a:lnSpc>
              <a:spcAft>
                <a:spcPts val="300"/>
              </a:spcAft>
            </a:pPr>
            <a:r>
              <a:rPr sz="1000">
                <a:solidFill>
                  <a:srgbClr val="343434"/>
                </a:solidFill>
                <a:latin typeface="メイリオ"/>
                <a:ea typeface="メイリオ"/>
                <a:cs typeface="メイリオ"/>
              </a:rPr>
              <a:t>・運用中クライアントへの実績報告・追加提案の材料に使える</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・LINEミニアプリと連携するLINE公式アカウントを複数設定可能に</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・複数ブランド・複数拠点アカウントを運用するクライアントの友だち獲得導線が広がる</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LINEオープンキャンペーン（アンケート型）26年10-12月 期間限定キャンペーン</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・特典①特別価格：基本費用（キャンペーン価格）1,500万円</a:t>
            </a:r>
          </a:p>
          <a:p>
            <a:pPr>
              <a:lnSpc>
                <a:spcPct val="120000"/>
              </a:lnSpc>
              <a:spcAft>
                <a:spcPts val="300"/>
              </a:spcAft>
            </a:pPr>
            <a:r>
              <a:rPr sz="1000">
                <a:solidFill>
                  <a:srgbClr val="343434"/>
                </a:solidFill>
                <a:latin typeface="メイリオ"/>
                <a:ea typeface="メイリオ"/>
                <a:cs typeface="メイリオ"/>
              </a:rPr>
              <a:t>・特典②特別掲載期間：キャンペーン掲載期間15日間</a:t>
            </a:r>
          </a:p>
          <a:p>
            <a:pPr>
              <a:lnSpc>
                <a:spcPct val="120000"/>
              </a:lnSpc>
              <a:spcAft>
                <a:spcPts val="300"/>
              </a:spcAft>
            </a:pPr>
            <a:r>
              <a:rPr sz="1000">
                <a:solidFill>
                  <a:srgbClr val="343434"/>
                </a:solidFill>
                <a:latin typeface="メイリオ"/>
                <a:ea typeface="メイリオ"/>
                <a:cs typeface="メイリオ"/>
              </a:rPr>
              <a:t>・特典③特別通数：告知メッセージ（1通）の通数150万通増量（最大1,050万通）</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・キャンペーン期間：2026年10月20日〜12月25日終了の案件が対象</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・－（停止期間の具体的な日時は要確認）</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・停止期間中は応募管理・当選者確認等の作業ができない</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2634601906"/>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