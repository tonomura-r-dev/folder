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8" r:id="rId25"/>
    <p:sldId id="2379" r:id="rId26"/>
    <p:sldId id="2380" r:id="rId27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サイトの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LINEボタン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設置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307853"/>
              </p:ext>
            </p:extLst>
          </p:nvPr>
        </p:nvGraphicFramePr>
        <p:xfrm>
          <a:off x="384048" y="1353312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2578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 100,000円〜＋離脱防止 15,000円＋サンクスLINE誘導 150,000円＋LINE公式アカウント開設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046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515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588805"/>
              </p:ext>
            </p:extLst>
          </p:nvPr>
        </p:nvGraphicFramePr>
        <p:xfrm>
          <a:off x="384048" y="1353312"/>
          <a:ext cx="9144000" cy="3642969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サイトのLINEボタン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（送信も代行）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