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0"/>
  </p:notesMasterIdLst>
  <p:handoutMasterIdLst>
    <p:handoutMasterId r:id="rId21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370" r:id="rId10"/>
    <p:sldId id="2371" r:id="rId11"/>
    <p:sldId id="2372" r:id="rId12"/>
    <p:sldId id="2373" r:id="rId13"/>
    <p:sldId id="2374" r:id="rId14"/>
    <p:sldId id="2378" r:id="rId15"/>
    <p:sldId id="2379" r:id="rId16"/>
    <p:sldId id="2380" r:id="rId17"/>
    <p:sldId id="2377" r:id="rId18"/>
    <p:sldId id="1169" r:id="rId1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17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eg"/><Relationship Id="rId8" Type="http://schemas.openxmlformats.org/officeDocument/2006/relationships/image" Target="../media/image17.jpeg"/><Relationship Id="rId9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19.jpeg"/><Relationship Id="rId5" Type="http://schemas.openxmlformats.org/officeDocument/2006/relationships/image" Target="../media/image20.jpeg"/><Relationship Id="rId6" Type="http://schemas.openxmlformats.org/officeDocument/2006/relationships/image" Target="../media/image21.jpeg"/><Relationship Id="rId7" Type="http://schemas.openxmlformats.org/officeDocument/2006/relationships/image" Target="../media/image22.jpeg"/><Relationship Id="rId8" Type="http://schemas.openxmlformats.org/officeDocument/2006/relationships/image" Target="../media/image2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42170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42170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508" y="1485216"/>
            <a:ext cx="5120640" cy="3696789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668" y="1594944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033856"/>
            <a:ext cx="4901184" cy="3429000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1680487"/>
              </p:ext>
            </p:extLst>
          </p:nvPr>
        </p:nvGraphicFramePr>
        <p:xfrm>
          <a:off x="5716740" y="1485216"/>
          <a:ext cx="3758184" cy="2414016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7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 gridSpan="2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いただいている情報・確認したいこと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サイトUU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8,947（集計期間：未確認）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月間の応募数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広告の実施状況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現在の使い方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想定予算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月額20万円（ツール費込み）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初期費用は別途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16740" y="3999816"/>
            <a:ext cx="3758184" cy="11821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8"/>
            <a:ext cx="4700016" cy="368323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931227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4931227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042954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393192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393192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042954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393192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393192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4937760" cy="384048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※画面は動作のイメージです（他業種の例）。ほかのツールと併用できるかも、事前に確認します。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応募後 約2〜3秒で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3" name="Rounded Rectangle 1052"/>
          <p:cNvSpPr/>
          <p:nvPr/>
        </p:nvSpPr>
        <p:spPr>
          <a:xfrm>
            <a:off x="429768" y="5340096"/>
            <a:ext cx="484632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73152" bIns="36576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横浜シミズでの導線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採用サイトで応募 → 面接予約の完了 → 自動でLINEへ → 友だち追加 → 勤務の案内・次回の募集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応募を済ませた、働く意思のある方を、そのまま友だちにできます。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※採用サイト（応募フォーム）の完了画面に設置できるかは確認事項です。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2889504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84264" y="1920240"/>
            <a:ext cx="13030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8078724" y="192024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668426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807872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668426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07872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859464"/>
              </p:ext>
            </p:extLst>
          </p:nvPr>
        </p:nvGraphicFramePr>
        <p:xfrm>
          <a:off x="381000" y="1490760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月額215,000円〜（ツール費込み）で始め、成果を見て調整します。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141711</TotalTime>
  <Words>3119</Words>
  <Application>Microsoft Office PowerPoint</Application>
  <PresentationFormat>A4 210 x 297 mm</PresentationFormat>
  <Paragraphs>466</Paragraphs>
  <Slides>17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17</vt:i4>
      </vt:variant>
    </vt:vector>
  </HeadingPairs>
  <TitlesOfParts>
    <vt:vector size="24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1927</cp:revision>
  <cp:lastPrinted>2022-11-01T11:38:14Z</cp:lastPrinted>
  <dcterms:created xsi:type="dcterms:W3CDTF">2015-09-04T09:21:15Z</dcterms:created>
  <dcterms:modified xsi:type="dcterms:W3CDTF">2026-10-21T00:35:24Z</dcterms:modified>
</cp:coreProperties>
</file>