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0"/>
  </p:notesMasterIdLst>
  <p:handoutMasterIdLst>
    <p:handoutMasterId r:id="rId21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370" r:id="rId10"/>
    <p:sldId id="2371" r:id="rId11"/>
    <p:sldId id="2372" r:id="rId12"/>
    <p:sldId id="2373" r:id="rId13"/>
    <p:sldId id="2374" r:id="rId14"/>
    <p:sldId id="2378" r:id="rId15"/>
    <p:sldId id="2379" r:id="rId16"/>
    <p:sldId id="2380" r:id="rId17"/>
    <p:sldId id="2377" r:id="rId18"/>
    <p:sldId id="1169" r:id="rId1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17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7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859464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141707</TotalTime>
  <Words>3136</Words>
  <Application>Microsoft Office PowerPoint</Application>
  <PresentationFormat>A4 210 x 297 mm</PresentationFormat>
  <Paragraphs>467</Paragraphs>
  <Slides>17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17</vt:i4>
      </vt:variant>
    </vt:vector>
  </HeadingPairs>
  <TitlesOfParts>
    <vt:vector size="24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1926</cp:revision>
  <cp:lastPrinted>2022-11-01T11:38:14Z</cp:lastPrinted>
  <dcterms:created xsi:type="dcterms:W3CDTF">2015-09-04T09:21:15Z</dcterms:created>
  <dcterms:modified xsi:type="dcterms:W3CDTF">2026-10-21T00:31:10Z</dcterms:modified>
</cp:coreProperties>
</file>