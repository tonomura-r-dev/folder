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2"/>
  </p:notesMasterIdLst>
  <p:handoutMasterIdLst>
    <p:handoutMasterId r:id="rId23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0" r:id="rId19"/>
    <p:sldId id="2377" r:id="rId20"/>
    <p:sldId id="1169" r:id="rId2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323366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/>
            <a:r>
              <a:rPr sz="1600" b="1" dirty="0" err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323366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7200" y="136800"/>
            <a:ext cx="768096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 lIns="28800" rIns="28800" tIns="7200" bIns="7200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7200" y="136800"/>
            <a:ext cx="7680960" cy="338400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 lIns="28800" rIns="28800" tIns="7200" bIns="7200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月7件・再応募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2" name="正方形/長方形 85"/>
          <p:cNvSpPr/>
          <p:nvPr/>
        </p:nvSpPr>
        <p:spPr>
          <a:xfrm>
            <a:off x="6812280" y="3383424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会員登録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1,102人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7件/月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3" name="テキスト ボックス 26"/>
          <p:cNvSpPr/>
          <p:nvPr/>
        </p:nvSpPr>
        <p:spPr>
          <a:xfrm>
            <a:off x="8256960" y="3383424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10件/月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7200" y="136800"/>
            <a:ext cx="627588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 lIns="28800" rIns="28800" tIns="7200" bIns="7200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料金プラン：4つのプランの費用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運用範囲と料金の形に合わせて、4つのプランをご用意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プラン④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5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 8,000円/件</a:t>
                      </a:r>
                      <a:endParaRPr lang="ja-JP" altLang="en-US" sz="15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会員登録 2,500円/件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6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412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698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※成果報酬の対象＝LINEからの新規応募・再応募・会員登録（再応募は、勤務希望をLINEで受け付ける場合）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4" name="注記"/>
          <p:cNvSpPr/>
          <p:nvPr/>
        </p:nvSpPr>
        <p:spPr>
          <a:xfrm>
            <a:off x="384048" y="62270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7200" y="136800"/>
            <a:ext cx="627588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 lIns="28800" rIns="28800" tIns="7200" bIns="7200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4つのプランの運用内容の比較（プラン②と④は同じ）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25526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プラン②・プラン④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／成果報酬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141748</TotalTime>
  <Words>3393</Words>
  <Application>Microsoft Office PowerPoint</Application>
  <PresentationFormat>A4 210 x 297 mm</PresentationFormat>
  <Paragraphs>508</Paragraphs>
  <Slides>19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1933</cp:revision>
  <cp:lastPrinted>2022-11-01T11:38:14Z</cp:lastPrinted>
  <dcterms:created xsi:type="dcterms:W3CDTF">2015-09-04T09:21:15Z</dcterms:created>
  <dcterms:modified xsi:type="dcterms:W3CDTF">2026-10-27T08:43:42Z</dcterms:modified>
</cp:coreProperties>
</file>