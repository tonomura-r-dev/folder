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1"/>
  </p:notesMasterIdLst>
  <p:handoutMasterIdLst>
    <p:handoutMasterId r:id="rId22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2" r:id="rId27"/>
    <p:sldId id="2380" r:id="rId18"/>
    <p:sldId id="2377" r:id="rId19"/>
    <p:sldId id="1169" r:id="rId20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18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料金プラン（成果報酬）：月額を抑え、応募1件ごとにお支払い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成果報酬プラン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初期費用は同じ。月額運用費の代わりに、応募1件ごとの成果報酬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（応募1件）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20,000円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※成果報酬の対象＝LINEからの新規応募・再応募（再応募は、勤務希望をLINEで受け付ける場合）。契約期間は6か月〜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3189</Words>
  <Application>Microsoft Office PowerPoint</Application>
  <PresentationFormat>A4 210 x 297 mm</PresentationFormat>
  <Paragraphs>475</Paragraphs>
  <Slides>18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2026-10-21T04:59:24Z</dcterms:modified>
</cp:coreProperties>
</file>