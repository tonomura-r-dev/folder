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1"/>
  </p:notesMasterIdLst>
  <p:handoutMasterIdLst>
    <p:handoutMasterId r:id="rId22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14"/>
    <p:sldId id="2374" r:id="rId15"/>
    <p:sldId id="2378" r:id="rId16"/>
    <p:sldId id="2379" r:id="rId17"/>
    <p:sldId id="2382" r:id="rId27"/>
    <p:sldId id="2380" r:id="rId18"/>
    <p:sldId id="2377" r:id="rId19"/>
    <p:sldId id="1169" r:id="rId20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18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1.jpe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jpeg"/><Relationship Id="rId8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670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5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4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20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4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20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2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8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まとめて案内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1対1のやり取り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通知で気づける。質問しやすい</a:t>
            </a:r>
            <a:endParaRPr lang="ja-JP" altLang="en-US" sz="12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毎回の作成の手間を減らす</a:t>
            </a:r>
            <a:endParaRPr lang="ja-JP" altLang="en-US" sz="12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2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75021"/>
              </p:ext>
            </p:extLst>
          </p:nvPr>
        </p:nvGraphicFramePr>
        <p:xfrm>
          <a:off x="429767" y="1371600"/>
          <a:ext cx="5039379" cy="2889504"/>
        </p:xfrm>
        <a:graphic>
          <a:graphicData uri="http://schemas.openxmlformats.org/drawingml/2006/table">
            <a:tbl>
              <a:tblPr/>
              <a:tblGrid>
                <a:gridCol w="1166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（選択式）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</a:t>
                      </a:r>
                      <a:endParaRPr lang="en-US" altLang="ja-JP" sz="110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設営・撤去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メニューで変更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730824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485439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INE追加 札"/>
          <p:cNvSpPr/>
          <p:nvPr/>
        </p:nvSpPr>
        <p:spPr>
          <a:xfrm>
            <a:off x="3473690" y="5377104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料金プラン（成果報酬）：月額を抑え、応募1件ごとにお支払い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成果報酬プラン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初期費用は同じ。月額運用費の代わりに、応募1件ごとの成果報酬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4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（応募1件）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※成果報酬の対象＝LINEからの新規応募・再応募（再応募は、勤務希望をLINEで受け付ける場合）。契約期間は6か月〜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コンサル・成果報酬のどちらのプランも、成果を見て調整します。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3189</Words>
  <Application>Microsoft Office PowerPoint</Application>
  <PresentationFormat>A4 210 x 297 mm</PresentationFormat>
  <Paragraphs>475</Paragraphs>
  <Slides>18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2026-10-21T04:59:24Z</dcterms:modified>
</cp:coreProperties>
</file>