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1" r:id="rId20"/>
    <p:sldId id="262" r:id="rId19"/>
    <p:sldId id="260" r:id="rId6"/>
  </p:sldIdLst>
  <p:sldSz cx="9906000" cy="6858000" type="A4"/>
  <p:notesSz cx="6799263" cy="9929813"/>
  <p:embeddedFontLs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Century Gothic" panose="020B0502020202020204" pitchFamily="3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11480" y="3044550"/>
            <a:ext cx="9070848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LINE広告トレンドレポート</a:t>
            </a:r>
            <a:endParaRPr sz="20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P.4-6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【LINEヤフー広告】統合の概要・移行の対象と方法・移行ツール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VOOM】サービス終了に伴う広告配信の終了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出典：https://www.lycbiz.com/jp/news/line-ads/20260925/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2026年10月26日（月）に、旧「LINE広告」の新規作成・編集・広告配信が停止された。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日本向けの広告はすべて「未配信」になり、停止後の管理画面は閲覧のみ。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2027年3月末頃に提供終了となり、それ以降はレポートも確認できなくなる。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Rounded Rectangle 73"/>
          <p:cNvSpPr/>
          <p:nvPr/>
        </p:nvSpPr>
        <p:spPr>
          <a:xfrm>
            <a:off x="548640" y="5535519"/>
            <a:ext cx="4315968" cy="8652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 sz="1100">
                <a:solidFill>
                  <a:srgbClr val="333333"/>
                </a:solidFill>
                <a:latin typeface="メイリオ"/>
              </a:rPr>
              <a:t>コピー・一括登録での作成、画像・動画の追加・編集、再審査の依頼も不可。API経由も10/26に停止。</a:t>
            </a:r>
          </a:p>
        </p:txBody>
      </p:sp>
      <p:sp>
        <p:nvSpPr>
          <p:cNvPr id="75" name="Rounded Rectangle 73_2"/>
          <p:cNvSpPr/>
          <p:nvPr/>
        </p:nvSpPr>
        <p:spPr>
          <a:xfrm>
            <a:off x="5047488" y="5535519"/>
            <a:ext cx="4315968" cy="8652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 sz="1100">
                <a:solidFill>
                  <a:srgbClr val="333333"/>
                </a:solidFill>
                <a:latin typeface="メイリオ"/>
              </a:rPr>
              <a:t>停止後も費用・明細があとから更新されることがある。カード決済が配信終了後になる場合もある。</a:t>
            </a:r>
          </a:p>
        </p:txBody>
      </p:sp>
      <p:pic>
        <p:nvPicPr>
          <p:cNvPr id="76" name="Picture 75" descr="schedule_nono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5440" y="3072384"/>
            <a:ext cx="6675120" cy="23534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 統合の概要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2026年4月、LINE広告とYahoo!広告 ディスプレイ広告が統合され、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「LINEヤフー広告 ディスプレイ広告」の提供が始まった。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Yahoo!広告は自動で移行済み。LINE広告は自動では移らないため、移行が必要。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5399382"/>
            <a:ext cx="4315968" cy="1001417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Yahoo!広告は自動で移行済み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Yahoo!広告 ディスプレイ広告は、2026年4月の統合で自動的に移行。追加の対応は不要。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7488" y="5399382"/>
            <a:ext cx="4315968" cy="1001417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LINE広告は自動では移らない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画面や仕様はそのまま引き継がれない。アカウントや配信設定は、移行ツールか手動で移す。</a:t>
            </a: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072384"/>
            <a:ext cx="5486400" cy="22172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【LINEヤフー広告】移行の対象と方法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LINE広告を使っている広告主・代理店は、LINEヤフー広告への移行が必要。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移行の方法は、移行ツールを使う方法と手動の2つ。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配信実績とオーディエンスの蓄積で最適化されるため、早めの移行が推奨されている。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移行が必要な方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LINE広告を使っている広告主と代理店。代理店が管理しているアカウントも対象。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移行が不要な方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Yahoo!広告だけを使っている場合は、原則として対応不要。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方法①：移行ツール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できる限り自動で移せる。認証済みのビジネスマネージャーとの連携が必須。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方法②：手動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Yahoo!広告のアカウントがあれば、そこへ移すか新しく作る。なければLINEヤフー広告で新しく作る。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【LINEヤフー広告】移行ツールで移せるもの・移せないもの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移行ツールは、LINE広告の配信データをできる限りLINEヤフー広告へコピーする機能。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タグ・コンバージョン設定や過去の実績など、移せないデータもある。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移行後はキャンペーンが配信オフになるため、設定を確認してから配信を再開する。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移せるもの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アカウント・グループ、クレジットカード情報と権限（移すか選べる）、キャンペーン・広告グループ・広告の設定、画像・動画、オーディエンス。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「商品フィードから販売」のキャンペーン、LINE Tag・コンバージョン設定、過去の実績・レポート（自動入札の学習データ含む）、外部ツールとのAPI連携。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事前準備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LINE広告と接続しているLINE公式アカウントを、同じ認証済みビジネスマネージャーに接続。操作する方はビジネスIDを統合しておく。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対象アカウントと移行後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日本向け配信・運用型・審査承認済みのアカウントが対象。移行後のキャンペーンは配信オフなので、設定を確認してからオンにする。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出典：https://www.lycbiz.com/jp/news/ly-ads/20260730/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VOOM】サービス終了に伴う広告配信の終了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LINEのリニューアルに伴い、2026年9月30日（水）にLINE VOOMのサービスが終了した。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LINEヤフー広告 ディスプレイ広告（運用型）・LINE広告ともに、VOOM面への広告配信も終了。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終了前の配信実績は、終了後も配信面ごとに確認できる。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0896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① VOOM面だけ指定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終了後は配信されない。配信設定がONのままでも、配信できる面がなくなるため。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47872" y="310896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② VOOM面＋他の面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VOOM面以外への配信は、そのまま続く。</a:t>
            </a:r>
          </a:p>
        </p:txBody>
      </p:sp>
      <p:sp>
        <p:nvSpPr>
          <p:cNvPr id="71" name="Rounded Rectangle 68_v1"/>
          <p:cNvSpPr/>
          <p:nvPr/>
        </p:nvSpPr>
        <p:spPr>
          <a:xfrm>
            <a:off x="548640" y="466344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やるべきこと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LINEヤフー広告：配信先リストの中のVOOM関連の設定は自動では消えないため、必要に応じて削除する。</a:t>
            </a:r>
            <a:br>
              <a:rPr sz="1300">
                <a:solidFill>
                  <a:srgbClr val="333333"/>
                </a:solidFill>
                <a:latin typeface="メイリオ"/>
              </a:rPr>
            </a:br>
            <a:r>
              <a:rPr sz="1300">
                <a:solidFill>
                  <a:srgbClr val="333333"/>
                </a:solidFill>
                <a:latin typeface="メイリオ"/>
              </a:rPr>
              <a:t>LINE広告：配信先の「LINE VOOM」は9月30日に選択肢ごと管理画面から消えるため、VOOMだけを選んでいた広告は配信先を見直す。</a:t>
            </a:r>
          </a:p>
        </p:txBody>
      </p:sp>
      <p:sp>
        <p:nvSpPr>
          <p:cNvPr id="70" name="Rounded Rectangle 67_v0"/>
          <p:cNvSpPr/>
          <p:nvPr/>
        </p:nvSpPr>
        <p:spPr>
          <a:xfrm>
            <a:off x="6547104" y="310896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③ VOOM面を除外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VOOM終了による影響はない。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A4 210 x 297 mm</PresentationFormat>
  <Paragraphs>98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</vt:lpstr>
      <vt:lpstr>Century Gothic</vt:lpstr>
      <vt:lpstr>Meiryo</vt:lpstr>
      <vt:lpstr>Arial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2026-10-26T04:32:33Z</dcterms:modified>
</cp:coreProperties>
</file>