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906000" cy="6858000" type="A4"/>
  <p:notesSz cx="6799263" cy="9929813"/>
  <p:embeddedFontLst>
    <p:embeddedFont>
      <p:font typeface="Meiryo" panose="020B0604030504040204" pitchFamily="50" charset="-128"/>
      <p:regular r:id="rId8"/>
      <p:bold r:id="rId9"/>
      <p:italic r:id="rId10"/>
      <p:boldItalic r:id="rId11"/>
    </p:embeddedFont>
    <p:embeddedFont>
      <p:font typeface="Meiryo" panose="020B0604030504040204" pitchFamily="50" charset="-128"/>
      <p:regular r:id="rId8"/>
      <p:bold r:id="rId9"/>
      <p:italic r:id="rId10"/>
      <p:boldItalic r:id="rId11"/>
    </p:embeddedFont>
    <p:embeddedFont>
      <p:font typeface="Century Gothic" panose="020B0502020202020204" pitchFamily="34" charset="0"/>
      <p:regular r:id="rId12"/>
      <p:bold r:id="rId13"/>
      <p:italic r:id="rId14"/>
      <p:boldItalic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1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01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Relationship Id="rId14" Type="http://schemas.openxmlformats.org/officeDocument/2006/relationships/font" Target="fonts/font7.fntdata"/><Relationship Id="rId15" Type="http://schemas.openxmlformats.org/officeDocument/2006/relationships/font" Target="fonts/font8.fntdata"/><Relationship Id="rId21" Type="http://customschemas.google.com/relationships/presentationmetadata" Target="metadata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11480" y="3044550"/>
            <a:ext cx="9070848" cy="6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LINE広告トレンドレポート</a:t>
            </a:r>
            <a:endParaRPr sz="20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【LINE広告】旧「LINE広告」の配信停止（10/26）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【LINEヤフー広告】ディスプレイ広告への移行で必要な対応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 VOOM】サービス終了に伴う広告枠の終了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配信面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LINE広告を運用中の広告主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出典：https://www.lycbiz.com/jp/news/line-ads/20260925/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【LINE広告】旧「LINE広告」の配信停止（10/26）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2026年10月26日（月）に、旧「LINE広告」の新規作成・編集・広告配信が停止された。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日本向けの広告はすべて「未配信」になり、停止後の管理画面は閲覧のみ。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2027年3月末頃に提供終了となり、それ以降はレポートも確認できなくなる。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1964416" cy="36576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2026年6月30日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434720"/>
            <a:ext cx="1964416" cy="100584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新規アカウントの作成が停止</a:t>
            </a:r>
            <a:endParaRPr sz="12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508524" y="3068960"/>
            <a:ext cx="32004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28564" y="3068960"/>
            <a:ext cx="1964416" cy="36576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2026年10月26日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828564" y="3434720"/>
            <a:ext cx="1964416" cy="100584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200">
                <a:solidFill>
                  <a:srgbClr val="333333"/>
                </a:solidFill>
                <a:latin typeface="メイリオ"/>
              </a:rPr>
              <a:t>新規作成・編集・広告配信が停止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92980" y="3068960"/>
            <a:ext cx="32004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13020" y="3068960"/>
            <a:ext cx="1964416" cy="36576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停止後〜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113020" y="3434720"/>
            <a:ext cx="1964416" cy="100584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管理画面は閲覧のみ</a:t>
            </a:r>
            <a:endParaRPr lang="en-US" sz="1200" dirty="0">
              <a:solidFill>
                <a:srgbClr val="333333"/>
              </a:solidFill>
              <a:latin typeface="メイリオ"/>
            </a:endParaRPr>
          </a:p>
          <a:p>
            <a:pPr algn="ctr">
              <a:lnSpc>
                <a:spcPct val="110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</a:rPr>
              <a:t>（</a:t>
            </a:r>
            <a:r>
              <a:rPr sz="1200" dirty="0" err="1">
                <a:solidFill>
                  <a:srgbClr val="333333"/>
                </a:solidFill>
                <a:latin typeface="メイリオ"/>
              </a:rPr>
              <a:t>レポート・明細は確認可</a:t>
            </a:r>
            <a:r>
              <a:rPr sz="1200" dirty="0">
                <a:solidFill>
                  <a:srgbClr val="333333"/>
                </a:solidFill>
                <a:latin typeface="メイリオ"/>
              </a:rPr>
              <a:t>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77436" y="3068960"/>
            <a:ext cx="32004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97476" y="3068960"/>
            <a:ext cx="1964416" cy="36576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2027年3月末頃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97476" y="3434720"/>
            <a:ext cx="1964416" cy="100584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提供終了（レポートも確認不可</a:t>
            </a:r>
            <a:r>
              <a:rPr sz="1200" dirty="0">
                <a:solidFill>
                  <a:srgbClr val="333333"/>
                </a:solidFill>
                <a:latin typeface="メイリオ"/>
              </a:rPr>
              <a:t>）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44108" y="4669160"/>
            <a:ext cx="4317452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 dirty="0" err="1">
                <a:solidFill>
                  <a:srgbClr val="15133D"/>
                </a:solidFill>
                <a:latin typeface="メイリオ"/>
              </a:rPr>
              <a:t>APIと一括登録も停止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dirty="0">
                <a:solidFill>
                  <a:srgbClr val="333333"/>
                </a:solidFill>
                <a:latin typeface="メイリオ"/>
              </a:rPr>
              <a:t>コピー・一括登録での作成、画像・動画の追加・編集、再審査の依頼もできない。API経由の作成・編集も10/26に停止。</a:t>
            </a:r>
          </a:p>
        </p:txBody>
      </p:sp>
      <p:sp>
        <p:nvSpPr>
          <p:cNvPr id="75" name="Rounded Rectangle 73_2"/>
          <p:cNvSpPr/>
          <p:nvPr/>
        </p:nvSpPr>
        <p:spPr>
          <a:xfrm>
            <a:off x="5044440" y="4669160"/>
            <a:ext cx="4317452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 dirty="0" err="1">
                <a:solidFill>
                  <a:srgbClr val="15133D"/>
                </a:solidFill>
                <a:latin typeface="メイリオ"/>
              </a:rPr>
              <a:t>請求はあとから更新あり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dirty="0">
                <a:solidFill>
                  <a:srgbClr val="333333"/>
                </a:solidFill>
                <a:latin typeface="メイリオ"/>
              </a:rPr>
              <a:t>停止後も費用・明細があとから更新されることがある。クレジットカードの決済が配信終了後になる場合もある。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配信面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LINE広告を運用中の広告主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出典：https://www.lycbiz.com/jp/column/line-ads/service-information/migration-guide/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【LINEヤフー広告】ディスプレイ広告への移行で必要な対応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配信を続けるには「LINEヤフー広告 ディスプレイ広告」への切り替えが必要。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アカウントや配信設定は自動では移らず、移行ツールか手動で移す。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タグ・コンバージョン設定と自動入札の学習データは引き継がれない。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移行ツールで移せるもの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キャンペーン・広告グループ・広告の設定、画像・動画、オーディエンス。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44440" y="306896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移せないもの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LINE Tagとコンバージョン設定、過去の配信実績・レポート、自動入札の学習データ。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71488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移行後にやること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タグとコンバージョンを設定し直す。学習データがない状態から始まるため、移行直後は学習期間を見込む。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44440" y="471488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移行ツールの対象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日本向け配信・運用型・審査承認済みのアカウントで、認証済みビジネスマネージャーとの連携が必須。予約型や審査待ち・否認のものは対象外。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配信面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LINE広告を運用中の広告主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出典：https://www.lycbiz.com/jp/news/ly-ads/20260730/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 VOOM】サービス終了に伴う広告枠の終了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2026年9月30日（水）11時に、LINE VOOMのサービスが終了した。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あわせて、LINE VOOM面への広告配信も終了している。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LINEアプリのVOOMタブは、ショッピングタブに切り替わる。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4180292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4180292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LINE VOOM面に広告を配信できる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724400" y="3068960"/>
            <a:ext cx="4572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81600" y="3068960"/>
            <a:ext cx="4180292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81600" y="3343280"/>
            <a:ext cx="4180292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5133D"/>
                </a:solidFill>
                <a:latin typeface="メイリオ"/>
              </a:rPr>
              <a:t>VOOM面への広告配信は終了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9/30 11時にサービス終了。投稿・閲覧もできない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17452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VOOMタブはショッピングタブへ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LINEアプリ下部のVOOMタブは、ショッピングタブに切り替わる。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44440" y="4211960"/>
            <a:ext cx="4317452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VOOM面向けの設定は見直し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VOOM面を前提にした配信設定・クリエイティブは、残りの配信面に合わせて見直す。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532</Words>
  <Application>Microsoft Office PowerPoint</Application>
  <PresentationFormat>A4 210 x 297 mm</PresentationFormat>
  <Paragraphs>98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Meiryo</vt:lpstr>
      <vt:lpstr>Century Gothic</vt:lpstr>
      <vt:lpstr>Meiryo</vt:lpstr>
      <vt:lpstr>Arial</vt:lpstr>
      <vt:lpstr>Calibri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1</cp:revision>
  <dcterms:created xsi:type="dcterms:W3CDTF">2021-08-26T12:24:15Z</dcterms:created>
  <dcterms:modified xsi:type="dcterms:W3CDTF">2026-10-26T04:32:33Z</dcterms:modified>
</cp:coreProperties>
</file>