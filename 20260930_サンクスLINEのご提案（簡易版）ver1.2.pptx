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申込みの「後」の追い方を変えれば、同じ広告費のまま成果が増えます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755799"/>
            <a:ext cx="158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8000" y="3061799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8000" y="2755799"/>
            <a:ext cx="176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84000" y="3061799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44000" y="2755799"/>
            <a:ext cx="1296000" cy="936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012000" y="3061799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000" y="2755799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友だち追加の画面へ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2000" y="3259800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7599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3199" y="3979800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LINEで、成果まで育てる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申込んだ方に合わせて、LINEで次の一歩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へとつなげる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資料請求した方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92000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2000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比較のポイント・事例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92000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000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来店・商談へ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75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予約した方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7375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75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前日・当日のリマインド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375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75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キャンセルを減らす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31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購入した方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831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31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使い方・次回のご案内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7831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231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リピートへ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000" y="49518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弊社実績：美容クリニックで、予約後の来院率が40〜50%改善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広告は「申込みの数」、LINEは「売上」をつくる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同じ広告費のまま、申込みの「後」を伸ばして成約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数増加へ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584000" y="2287800"/>
            <a:ext cx="3204000" cy="27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広告の役割：申込みを集める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6000" y="2287800"/>
            <a:ext cx="4579200" cy="27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LINEの役割：申込んだ方を売上へ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683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4000" y="2683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60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20000" y="2683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2683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 20件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 5.0万円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27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4000" y="3727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20000" y="3727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36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96000" y="3727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成約 24件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1件あたり 約4.3万円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879800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LINEの友だちは毎月たまり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案内・成約まで</a:t>
            </a:r>
            <a:endParaRPr lang="en-US" altLang="ja-JP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※試算例：成約率 20%（広告だけ）→ 24%（広告＋LINE）。1件あたり＝（広告費＋LINE費用 月3万円）÷成約件数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進め方｜広告のご提案と、あわせて始められます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広告の予算に、月3万円〜を足すだけ。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017801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4000" y="2017801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3097801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04000" y="3097801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600" y="4285801"/>
            <a:ext cx="23400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7600" y="4285801"/>
            <a:ext cx="23400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789800"/>
            <a:ext cx="9043200" cy="251999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※APIツール（Lステップ等）と併用可／完了画面を増やす場合は追加費用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1498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</a:t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設計をご提案します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