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755799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3061799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755799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755799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30617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755799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3259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9798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※APIツール（Lステップ等）と併用可／完了画面を増やす場合は追加費用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