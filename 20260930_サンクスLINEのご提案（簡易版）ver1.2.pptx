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  <p:sldId id="3007" r:id="rId6"/>
    <p:sldId id="2987" r:id="rId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2000" y="2701801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4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資料請求・予約・購入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7236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2000" y="42120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6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リマインド・配信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1対1のトーク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68000" y="2323800"/>
            <a:ext cx="1807199" cy="1080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来店・成約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リピート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529800"/>
            <a:ext cx="4284000" cy="306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広告で追えるところ：申込みまで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6000" y="3529800"/>
            <a:ext cx="4219200" cy="306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LINEで追えるところ：来店・成約・リピートまで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57334"/>
            <a:ext cx="9036000" cy="665331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755799"/>
            <a:ext cx="158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フォーム入力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88000" y="3061799"/>
            <a:ext cx="288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448000" y="2755799"/>
            <a:ext cx="176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購入・予約・資料請求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84000" y="3061799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644000" y="2755799"/>
            <a:ext cx="1296000" cy="936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ツールで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6012000" y="3061799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72000" y="2755799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はじめての方 → 友だち追加の画面へ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2000" y="3259800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友だちの方 → トーク画面へ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979800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申込みの直後なので、友だちにな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りやすい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7599" y="3979800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今の広告で集めた申込みを</a:t>
            </a:r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そのままLINE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で当日まで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23199" y="3979800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トークに反映し、配信の出し分けにも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LINEで、成果まで育てる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申込んだ方に合わせて、LINEで次の一歩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へとつなげる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74592" y="2215800"/>
            <a:ext cx="259775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資料請求した方</a:t>
            </a:r>
          </a:p>
        </p:txBody>
      </p:sp>
      <p:sp>
        <p:nvSpPr>
          <p:cNvPr id="6" name="Down Arrow 5"/>
          <p:cNvSpPr/>
          <p:nvPr/>
        </p:nvSpPr>
        <p:spPr>
          <a:xfrm>
            <a:off x="2057472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74592" y="3079801"/>
            <a:ext cx="259775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比較のポイント・事例</a:t>
            </a:r>
          </a:p>
        </p:txBody>
      </p:sp>
      <p:sp>
        <p:nvSpPr>
          <p:cNvPr id="8" name="Down Arrow 7"/>
          <p:cNvSpPr/>
          <p:nvPr/>
        </p:nvSpPr>
        <p:spPr>
          <a:xfrm>
            <a:off x="2057472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74592" y="4087801"/>
            <a:ext cx="259775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来店・商談へ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4719" y="2215800"/>
            <a:ext cx="259775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予約した方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7375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654719" y="3079801"/>
            <a:ext cx="259775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前日・当日のリマインド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7375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654719" y="4087801"/>
            <a:ext cx="259775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キャンセルを減らす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4847" y="2215800"/>
            <a:ext cx="259775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購入した方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7417727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34847" y="3079801"/>
            <a:ext cx="259775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使い方・次回のご案内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7417727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34847" y="4087801"/>
            <a:ext cx="259775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リピートへ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LTV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）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74592" y="4951801"/>
            <a:ext cx="7958016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弊社実績：美容クリニックで、予約後の来院率が40〜50%改善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広告は「申込みの数」、LINEは「売上」をつくる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同じ広告費のまま、申込みの「後」を伸ばして成約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数増加へ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988352" y="2287800"/>
            <a:ext cx="2459520" cy="27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広告の役割：申込みを集める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42912" y="2287800"/>
            <a:ext cx="4389696" cy="27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LINEの役割：申込んだ方を売上へ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4592" y="2683800"/>
            <a:ext cx="91872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88352" y="2683800"/>
            <a:ext cx="245952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93952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8032" y="2683800"/>
            <a:ext cx="1710720" cy="86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メール・電話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84832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918912" y="2683800"/>
            <a:ext cx="2013696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成約 20件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 5.0万円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4592" y="3727800"/>
            <a:ext cx="91872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88352" y="3727800"/>
            <a:ext cx="245952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493952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828032" y="3727800"/>
            <a:ext cx="1710720" cy="864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84832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918912" y="3727800"/>
            <a:ext cx="2013696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成約 24件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1件あたり 約4.3万円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4592" y="4879800"/>
            <a:ext cx="7958016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LINEの友だちは毎月たまり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案内・成約まで</a:t>
            </a:r>
            <a:endParaRPr lang="en-US" altLang="ja-JP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※試算例：成約率 20%（広告だけ）→ 24%（広告＋LINE）。1件あたり＝（広告費＋LINE費用 月3万円）÷成約件数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進め方｜広告のご提案と、あわせて始められます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広告の予算に、月3万円〜を足すだけ。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74592" y="2017801"/>
            <a:ext cx="76032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9952" y="2017801"/>
            <a:ext cx="7102656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具体的なご提案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LINEへの動線・配信の内容・成果のシミュレーション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4592" y="3097801"/>
            <a:ext cx="76032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9952" y="3097801"/>
            <a:ext cx="7102656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広告と同時に開始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完了画面にLINEへの案内を設置し、配信をスタート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6880" y="4285801"/>
            <a:ext cx="2059200" cy="46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10万円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1120" y="4285801"/>
            <a:ext cx="2059200" cy="46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4592" y="4789800"/>
            <a:ext cx="7958016" cy="251999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ctr"/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※APIツール（Lステップ等）と併用可／完了画面を増やす場合は追加費用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4592" y="5149801"/>
            <a:ext cx="7958016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まずは、広告のご提案とあわせて、LINE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設計をご提案します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