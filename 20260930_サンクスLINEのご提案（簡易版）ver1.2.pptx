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425600" y="4896000"/>
            <a:ext cx="70560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ounded Rectangle 16"/>
          <p:cNvSpPr/>
          <p:nvPr/>
        </p:nvSpPr>
        <p:spPr>
          <a:xfrm>
            <a:off x="1533600" y="4986000"/>
            <a:ext cx="648000" cy="251999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3600" y="4951689"/>
            <a:ext cx="2520000" cy="320621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月額 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5600" y="4986000"/>
            <a:ext cx="0" cy="252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53600" y="4922195"/>
            <a:ext cx="3491999" cy="379611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今お使いのAPIツール（Lステップ等）と併用できます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案内を置く完了画面を増やす場合は、追加費用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489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4489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5289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5289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7187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