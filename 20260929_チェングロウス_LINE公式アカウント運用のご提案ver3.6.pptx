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※月約17人＝サイトからの応募（月約47件）×完了画面の表示80%×友だち追加45%の想定／求人ボックス・Indeed経由の応募は完了画面を触れないため対象外／画面はイメージです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31312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08000"/>
            <a:ext cx="1872000" cy="540000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08000"/>
            <a:ext cx="1296000" cy="54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772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131999"/>
            <a:ext cx="1512000" cy="14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131999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131999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131999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3960000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3960000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3960000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4968000"/>
            <a:ext cx="83160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5266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526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392200"/>
            <a:ext cx="1192320" cy="5266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392200"/>
            <a:ext cx="7028064" cy="526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625560"/>
            <a:ext cx="1192320" cy="5266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625560"/>
            <a:ext cx="7028064" cy="526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008880"/>
            <a:ext cx="1192320" cy="5266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008880"/>
            <a:ext cx="7028064" cy="526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242240"/>
            <a:ext cx="1192320" cy="5266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242240"/>
            <a:ext cx="7028064" cy="5266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リニューアル公開と同時に運用を本格化（月額の固定費）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4858920"/>
            <a:ext cx="1192320" cy="5266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4858920"/>
            <a:ext cx="7028064" cy="526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