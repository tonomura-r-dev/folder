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  <p:sldMasterId id="2147483687" r:id="rId2"/>
  </p:sldMasterIdLst>
  <p:notesMasterIdLst>
    <p:notesMasterId r:id="rId67"/>
  </p:notesMasterIdLst>
  <p:handoutMasterIdLst>
    <p:handoutMasterId r:id="rId68"/>
  </p:handoutMasterIdLst>
  <p:sldIdLst>
    <p:sldId id="256" r:id="rId9"/>
  </p:sldIdLst>
  <p:sldSz cx="9906000" cy="6858000" type="A4"/>
  <p:notesSz cx="6807200" cy="9939338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58" userDrawn="1">
          <p15:clr>
            <a:srgbClr val="A4A3A4"/>
          </p15:clr>
        </p15:guide>
        <p15:guide id="2" pos="30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FA0A"/>
    <a:srgbClr val="173559"/>
    <a:srgbClr val="FDFDFD"/>
    <a:srgbClr val="2080FF"/>
    <a:srgbClr val="1D8DFF"/>
    <a:srgbClr val="515457"/>
    <a:srgbClr val="F6A454"/>
    <a:srgbClr val="EAEEF4"/>
    <a:srgbClr val="2D6CB9"/>
    <a:srgbClr val="D1D9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間スタイル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301B821-A1FF-4177-AEE7-76D212191A09}" styleName="中間スタイル 1 - アクセント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淡色スタイル 2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157" autoAdjust="0"/>
    <p:restoredTop sz="94424" autoAdjust="0"/>
  </p:normalViewPr>
  <p:slideViewPr>
    <p:cSldViewPr snapToGrid="0">
      <p:cViewPr>
        <p:scale>
          <a:sx n="83" d="100"/>
          <a:sy n="83" d="100"/>
        </p:scale>
        <p:origin x="2070" y="690"/>
      </p:cViewPr>
      <p:guideLst>
        <p:guide orient="horz" pos="3158"/>
        <p:guide pos="30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072"/>
    </p:cViewPr>
  </p:sorterViewPr>
  <p:notesViewPr>
    <p:cSldViewPr snapToGrid="0">
      <p:cViewPr varScale="1">
        <p:scale>
          <a:sx n="79" d="100"/>
          <a:sy n="79" d="100"/>
        </p:scale>
        <p:origin x="4014" y="102"/>
      </p:cViewPr>
      <p:guideLst/>
    </p:cSldViewPr>
  </p:notesViewPr>
  <p:gridSpacing cx="1080001" cy="1080001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9" Type="http://schemas.openxmlformats.org/officeDocument/2006/relationships/slide" Target="slides/slide1.xml"/><Relationship Id="rId67" Type="http://schemas.openxmlformats.org/officeDocument/2006/relationships/notesMaster" Target="notesMasters/notesMaster1.xml"/><Relationship Id="rId68" Type="http://schemas.openxmlformats.org/officeDocument/2006/relationships/handoutMaster" Target="handoutMasters/handoutMaster1.xml"/><Relationship Id="rId69" Type="http://schemas.openxmlformats.org/officeDocument/2006/relationships/presProps" Target="presProps.xml"/><Relationship Id="rId70" Type="http://schemas.openxmlformats.org/officeDocument/2006/relationships/viewProps" Target="viewProps.xml"/><Relationship Id="rId71" Type="http://schemas.openxmlformats.org/officeDocument/2006/relationships/theme" Target="theme/theme1.xml"/><Relationship Id="rId72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9441662"/>
            <a:ext cx="2949420" cy="497676"/>
          </a:xfrm>
          <a:prstGeom prst="rect">
            <a:avLst/>
          </a:prstGeom>
        </p:spPr>
        <p:txBody>
          <a:bodyPr vert="horz" lIns="90561" tIns="45280" rIns="90561" bIns="4528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56210" y="9441662"/>
            <a:ext cx="2949420" cy="497676"/>
          </a:xfrm>
          <a:prstGeom prst="rect">
            <a:avLst/>
          </a:prstGeom>
        </p:spPr>
        <p:txBody>
          <a:bodyPr vert="horz" lIns="90561" tIns="45280" rIns="90561" bIns="45280" rtlCol="0" anchor="b"/>
          <a:lstStyle>
            <a:lvl1pPr algn="r">
              <a:defRPr sz="1200"/>
            </a:lvl1pPr>
          </a:lstStyle>
          <a:p>
            <a:fld id="{7B45B759-5475-4693-BFD4-53BF6401E48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595307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1" y="2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55082" y="2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/>
          <a:lstStyle>
            <a:lvl1pPr algn="r">
              <a:defRPr sz="1200"/>
            </a:lvl1pPr>
          </a:lstStyle>
          <a:p>
            <a:fld id="{6AF8158D-F6B1-45E0-9831-E70689DC8490}" type="datetimeFigureOut">
              <a:rPr kumimoji="1" lang="ja-JP" altLang="en-US" smtClean="0"/>
              <a:t>2026/9/30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981075" y="1243013"/>
            <a:ext cx="4845050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529" tIns="45765" rIns="91529" bIns="45765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0402" y="4782901"/>
            <a:ext cx="5446396" cy="3913426"/>
          </a:xfrm>
          <a:prstGeom prst="rect">
            <a:avLst/>
          </a:prstGeom>
        </p:spPr>
        <p:txBody>
          <a:bodyPr vert="horz" lIns="91529" tIns="45765" rIns="91529" bIns="45765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1" y="9441817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55082" y="9441817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 anchor="b"/>
          <a:lstStyle>
            <a:lvl1pPr algn="r">
              <a:defRPr sz="1200"/>
            </a:lvl1pPr>
          </a:lstStyle>
          <a:p>
            <a:fld id="{022E43C0-6795-4B13-B37C-259C826D4B6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409189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/>
          <p:cNvSpPr/>
          <p:nvPr userDrawn="1"/>
        </p:nvSpPr>
        <p:spPr>
          <a:xfrm>
            <a:off x="9398000" y="6591300"/>
            <a:ext cx="419100" cy="266700"/>
          </a:xfrm>
          <a:prstGeom prst="rect">
            <a:avLst/>
          </a:prstGeom>
          <a:solidFill>
            <a:srgbClr val="191F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58107768"/>
      </p:ext>
    </p:extLst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コネクタ 4"/>
          <p:cNvCxnSpPr/>
          <p:nvPr/>
        </p:nvCxnSpPr>
        <p:spPr>
          <a:xfrm>
            <a:off x="0" y="548680"/>
            <a:ext cx="9906000" cy="0"/>
          </a:xfrm>
          <a:prstGeom prst="line">
            <a:avLst/>
          </a:prstGeom>
          <a:ln>
            <a:solidFill>
              <a:srgbClr val="191F5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正方形/長方形 6"/>
          <p:cNvSpPr/>
          <p:nvPr/>
        </p:nvSpPr>
        <p:spPr>
          <a:xfrm>
            <a:off x="0" y="0"/>
            <a:ext cx="451204" cy="548680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8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8189266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521234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Relationship Id="rId5" Type="http://schemas.openxmlformats.org/officeDocument/2006/relationships/image" Target="../media/image1.png"/><Relationship Id="rId6" Type="http://schemas.openxmlformats.org/officeDocument/2006/relationships/image" Target="../media/image2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3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1357" y="72255"/>
            <a:ext cx="1598627" cy="424153"/>
          </a:xfrm>
          <a:prstGeom prst="rect">
            <a:avLst/>
          </a:prstGeom>
        </p:spPr>
      </p:pic>
      <p:pic>
        <p:nvPicPr>
          <p:cNvPr id="5" name="図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51355" y="32333"/>
            <a:ext cx="1653069" cy="635796"/>
          </a:xfrm>
          <a:prstGeom prst="rect">
            <a:avLst/>
          </a:prstGeom>
        </p:spPr>
      </p:pic>
      <p:sp>
        <p:nvSpPr>
          <p:cNvPr id="6" name="正方形/長方形 5"/>
          <p:cNvSpPr/>
          <p:nvPr/>
        </p:nvSpPr>
        <p:spPr>
          <a:xfrm>
            <a:off x="0" y="6552728"/>
            <a:ext cx="9906000" cy="332656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800">
              <a:solidFill>
                <a:prstClr val="white"/>
              </a:solidFill>
            </a:endParaRPr>
          </a:p>
        </p:txBody>
      </p:sp>
      <p:sp>
        <p:nvSpPr>
          <p:cNvPr id="8" name="スライド番号プレースホルダ 1"/>
          <p:cNvSpPr txBox="1">
            <a:spLocks/>
          </p:cNvSpPr>
          <p:nvPr/>
        </p:nvSpPr>
        <p:spPr>
          <a:xfrm>
            <a:off x="7594600" y="6552729"/>
            <a:ext cx="2311400" cy="365125"/>
          </a:xfrm>
          <a:prstGeom prst="rect">
            <a:avLst/>
          </a:prstGeom>
        </p:spPr>
        <p:txBody>
          <a:bodyPr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FC100E3-15F5-4145-A942-47DB1D8B776D}" type="slidenum">
              <a:rPr lang="ja-JP" altLang="en-US" sz="1400" b="1" smtClean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pPr algn="r"/>
              <a:t>‹#›</a:t>
            </a:fld>
            <a:endParaRPr lang="ja-JP" altLang="en-US" sz="1400" b="1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9" name="テキスト ボックス 8"/>
          <p:cNvSpPr txBox="1">
            <a:spLocks noChangeArrowheads="1"/>
          </p:cNvSpPr>
          <p:nvPr userDrawn="1"/>
        </p:nvSpPr>
        <p:spPr bwMode="auto">
          <a:xfrm>
            <a:off x="116569" y="6597932"/>
            <a:ext cx="3666301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altLang="ja-JP" sz="80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Copyright(c) DYM Co., Ltd</a:t>
            </a:r>
            <a:r>
              <a:rPr lang="ja-JP" altLang="en-US" sz="800" b="1" dirty="0" err="1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．</a:t>
            </a:r>
            <a:r>
              <a:rPr lang="en-US" altLang="ja-JP" sz="80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458703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83" r:id="rId2"/>
    <p:sldLayoutId id="2147483689" r:id="rId3"/>
  </p:sldLayoutIdLst>
  <p:hf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/>
          <p:cNvSpPr/>
          <p:nvPr/>
        </p:nvSpPr>
        <p:spPr>
          <a:xfrm>
            <a:off x="0" y="6552728"/>
            <a:ext cx="9906000" cy="332656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prstClr val="white"/>
              </a:solidFill>
            </a:endParaRPr>
          </a:p>
        </p:txBody>
      </p:sp>
      <p:sp>
        <p:nvSpPr>
          <p:cNvPr id="10" name="テキスト ボックス 9"/>
          <p:cNvSpPr txBox="1">
            <a:spLocks noChangeArrowheads="1"/>
          </p:cNvSpPr>
          <p:nvPr/>
        </p:nvSpPr>
        <p:spPr bwMode="auto">
          <a:xfrm>
            <a:off x="116569" y="6597932"/>
            <a:ext cx="3666301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altLang="ja-JP" sz="800" b="1" dirty="0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Copyright(c) DYM Co., </a:t>
            </a:r>
            <a:r>
              <a:rPr lang="en-US" altLang="ja-JP" sz="800" b="1" dirty="0" err="1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Ltd.All</a:t>
            </a:r>
            <a:r>
              <a:rPr lang="en-US" altLang="ja-JP" sz="800" b="1" dirty="0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 Rights Reserved.</a:t>
            </a:r>
          </a:p>
        </p:txBody>
      </p:sp>
      <p:sp>
        <p:nvSpPr>
          <p:cNvPr id="8" name="正方形/長方形 7"/>
          <p:cNvSpPr/>
          <p:nvPr/>
        </p:nvSpPr>
        <p:spPr>
          <a:xfrm>
            <a:off x="0" y="0"/>
            <a:ext cx="416496" cy="548680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prstClr val="white"/>
              </a:solidFill>
            </a:endParaRPr>
          </a:p>
        </p:txBody>
      </p:sp>
      <p:cxnSp>
        <p:nvCxnSpPr>
          <p:cNvPr id="4" name="直線コネクタ 3"/>
          <p:cNvCxnSpPr/>
          <p:nvPr/>
        </p:nvCxnSpPr>
        <p:spPr>
          <a:xfrm>
            <a:off x="0" y="548680"/>
            <a:ext cx="9906000" cy="0"/>
          </a:xfrm>
          <a:prstGeom prst="line">
            <a:avLst/>
          </a:prstGeom>
          <a:ln>
            <a:solidFill>
              <a:srgbClr val="0032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図 1"/>
          <p:cNvPicPr>
            <a:picLocks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647" r="-11171"/>
          <a:stretch/>
        </p:blipFill>
        <p:spPr bwMode="auto">
          <a:xfrm>
            <a:off x="8619408" y="161057"/>
            <a:ext cx="1192729" cy="263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スライド番号プレースホルダ 1"/>
          <p:cNvSpPr txBox="1">
            <a:spLocks/>
          </p:cNvSpPr>
          <p:nvPr userDrawn="1"/>
        </p:nvSpPr>
        <p:spPr>
          <a:xfrm>
            <a:off x="7545288" y="6571255"/>
            <a:ext cx="2133600" cy="216000"/>
          </a:xfrm>
          <a:prstGeom prst="rect">
            <a:avLst/>
          </a:prstGeom>
        </p:spPr>
        <p:txBody>
          <a:bodyPr tIns="25200"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FC100E3-15F5-4145-A942-47DB1D8B776D}" type="slidenum">
              <a:rPr lang="ja-JP" altLang="en-US" sz="1400" i="1" smtClean="0">
                <a:solidFill>
                  <a:prstClr val="white"/>
                </a:solidFill>
                <a:latin typeface="Century Gothic" panose="020B0502020202020204" pitchFamily="34" charset="0"/>
              </a:rPr>
              <a:pPr algn="r"/>
              <a:t>‹#›</a:t>
            </a:fld>
            <a:endParaRPr lang="ja-JP" altLang="en-US" sz="1400" i="1" dirty="0">
              <a:solidFill>
                <a:prstClr val="white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1138245"/>
      </p:ext>
    </p:extLst>
  </p:cSld>
  <p:clrMap bg1="lt1" tx1="dk1" bg2="lt2" tx2="dk2" accent1="accent1" accent2="accent2" accent3="accent3" accent4="accent4" accent5="accent5" accent6="accent6" hlink="hlink" folHlink="folHlink"/>
  <p:hf hdr="0" dt="0"/>
  <p:txStyles>
    <p:titleStyle>
      <a:lvl1pPr algn="ctr" defTabSz="457200" rtl="0" eaLnBrk="1" fontAlgn="base" hangingPunct="1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ＭＳ Ｐゴシック" charset="0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ＭＳ Ｐゴシック" charset="0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Box 1"/>
          <p:cNvSpPr txBox="1"/>
          <p:nvPr/>
        </p:nvSpPr>
        <p:spPr>
          <a:xfrm>
            <a:off x="547200" y="136800"/>
            <a:ext cx="6516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ハードルの低いCVからLINEにつなぎ、最終成果へ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644865" y="725334"/>
            <a:ext cx="9111472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低ハードルのCVで接点をつくり、LINEで最終成果まで引き上げる</a:t>
            </a:r>
            <a:endParaRPr sz="10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6097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Pentagon 5"/>
          <p:cNvSpPr/>
          <p:nvPr/>
        </p:nvSpPr>
        <p:spPr>
          <a:xfrm>
            <a:off x="643500" y="2592000"/>
            <a:ext cx="969545" cy="1188000"/>
          </a:xfrm>
          <a:prstGeom prst="homePlate">
            <a:avLst>
              <a:gd name="adj" fmla="val 22000"/>
            </a:avLst>
          </a:prstGeom>
          <a:solidFill>
            <a:srgbClr val="E4E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58500" tIns="18000" rIns="58500" bIns="1800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250" y="2592000"/>
            <a:ext cx="706295" cy="1188000"/>
          </a:xfrm>
          <a:prstGeom prst="rect">
            <a:avLst/>
          </a:prstGeom>
          <a:noFill/>
        </p:spPr>
        <p:txBody>
          <a:bodyPr wrap="square" anchor="ctr" lIns="29250" rIns="2925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広告</a:t>
            </a:r>
          </a:p>
        </p:txBody>
      </p:sp>
      <p:sp>
        <p:nvSpPr>
          <p:cNvPr id="8" name="Chevron 7"/>
          <p:cNvSpPr/>
          <p:nvPr/>
        </p:nvSpPr>
        <p:spPr>
          <a:xfrm>
            <a:off x="1510670" y="2592000"/>
            <a:ext cx="1228090" cy="1188000"/>
          </a:xfrm>
          <a:prstGeom prst="chevron">
            <a:avLst>
              <a:gd name="adj" fmla="val 22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58500" tIns="18000" rIns="58500" bIns="1800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15420" y="2592000"/>
            <a:ext cx="847840" cy="1188000"/>
          </a:xfrm>
          <a:prstGeom prst="rect">
            <a:avLst/>
          </a:prstGeom>
          <a:noFill/>
        </p:spPr>
        <p:txBody>
          <a:bodyPr wrap="square" anchor="ctr" lIns="29250" rIns="2925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簡易ページ</a:t>
            </a:r>
          </a:p>
        </p:txBody>
      </p:sp>
      <p:sp>
        <p:nvSpPr>
          <p:cNvPr id="10" name="Chevron 9"/>
          <p:cNvSpPr/>
          <p:nvPr/>
        </p:nvSpPr>
        <p:spPr>
          <a:xfrm>
            <a:off x="2636386" y="2592000"/>
            <a:ext cx="1228090" cy="1188000"/>
          </a:xfrm>
          <a:prstGeom prst="chevron">
            <a:avLst>
              <a:gd name="adj" fmla="val 22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58500" tIns="18000" rIns="58500" bIns="1800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41136" y="2592000"/>
            <a:ext cx="847840" cy="1188000"/>
          </a:xfrm>
          <a:prstGeom prst="rect">
            <a:avLst/>
          </a:prstGeom>
          <a:noFill/>
        </p:spPr>
        <p:txBody>
          <a:bodyPr wrap="square" anchor="ctr" lIns="29250" rIns="2925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ハードルの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低いCV</a:t>
            </a:r>
          </a:p>
        </p:txBody>
      </p:sp>
      <p:sp>
        <p:nvSpPr>
          <p:cNvPr id="12" name="Chevron 11"/>
          <p:cNvSpPr/>
          <p:nvPr/>
        </p:nvSpPr>
        <p:spPr>
          <a:xfrm>
            <a:off x="3762102" y="2592000"/>
            <a:ext cx="1228090" cy="1188000"/>
          </a:xfrm>
          <a:prstGeom prst="chevron">
            <a:avLst>
              <a:gd name="adj" fmla="val 22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58500" tIns="18000" rIns="58500" bIns="1800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66852" y="2592000"/>
            <a:ext cx="847840" cy="1188000"/>
          </a:xfrm>
          <a:prstGeom prst="rect">
            <a:avLst/>
          </a:prstGeom>
          <a:noFill/>
        </p:spPr>
        <p:txBody>
          <a:bodyPr wrap="square" anchor="ctr" lIns="29250" rIns="2925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サンクス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LINE誘導</a:t>
            </a:r>
          </a:p>
        </p:txBody>
      </p:sp>
      <p:sp>
        <p:nvSpPr>
          <p:cNvPr id="14" name="Chevron 13"/>
          <p:cNvSpPr/>
          <p:nvPr/>
        </p:nvSpPr>
        <p:spPr>
          <a:xfrm>
            <a:off x="4887818" y="2592000"/>
            <a:ext cx="1228090" cy="1188000"/>
          </a:xfrm>
          <a:prstGeom prst="chevron">
            <a:avLst>
              <a:gd name="adj" fmla="val 22000"/>
            </a:avLst>
          </a:prstGeom>
          <a:solidFill>
            <a:srgbClr val="E8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58500" tIns="18000" rIns="58500" bIns="1800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92568" y="2592000"/>
            <a:ext cx="847840" cy="1188000"/>
          </a:xfrm>
          <a:prstGeom prst="rect">
            <a:avLst/>
          </a:prstGeom>
          <a:noFill/>
        </p:spPr>
        <p:txBody>
          <a:bodyPr wrap="square" anchor="ctr" lIns="29250" rIns="2925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LINE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友だち追加</a:t>
            </a:r>
          </a:p>
        </p:txBody>
      </p:sp>
      <p:sp>
        <p:nvSpPr>
          <p:cNvPr id="16" name="Chevron 15"/>
          <p:cNvSpPr/>
          <p:nvPr/>
        </p:nvSpPr>
        <p:spPr>
          <a:xfrm>
            <a:off x="6013534" y="2592000"/>
            <a:ext cx="1583590" cy="1188000"/>
          </a:xfrm>
          <a:prstGeom prst="chevron">
            <a:avLst>
              <a:gd name="adj" fmla="val 22000"/>
            </a:avLst>
          </a:prstGeom>
          <a:solidFill>
            <a:srgbClr val="E8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58500" tIns="18000" rIns="58500" bIns="1800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8284" y="2592000"/>
            <a:ext cx="1203340" cy="1188000"/>
          </a:xfrm>
          <a:prstGeom prst="rect">
            <a:avLst/>
          </a:prstGeom>
          <a:noFill/>
        </p:spPr>
        <p:txBody>
          <a:bodyPr wrap="square" anchor="ctr" lIns="29250" rIns="2925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LINEで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ナーチャリング</a:t>
            </a:r>
          </a:p>
        </p:txBody>
      </p:sp>
      <p:sp>
        <p:nvSpPr>
          <p:cNvPr id="18" name="Chevron 17"/>
          <p:cNvSpPr/>
          <p:nvPr/>
        </p:nvSpPr>
        <p:spPr>
          <a:xfrm>
            <a:off x="7494749" y="2592000"/>
            <a:ext cx="1777500" cy="1188000"/>
          </a:xfrm>
          <a:prstGeom prst="chevron">
            <a:avLst>
              <a:gd name="adj" fmla="val 22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58500" tIns="18000" rIns="58500" bIns="1800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99499" y="2592000"/>
            <a:ext cx="1397250" cy="1188000"/>
          </a:xfrm>
          <a:prstGeom prst="rect">
            <a:avLst/>
          </a:prstGeom>
          <a:noFill/>
        </p:spPr>
        <p:txBody>
          <a:bodyPr wrap="square" anchor="ctr" lIns="29250" rIns="2925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購入・契約などの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最終成果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3500" y="2160000"/>
            <a:ext cx="3177102" cy="5040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58500" tIns="18000" rIns="58500" bIns="1800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3500" y="1890000"/>
            <a:ext cx="2340000" cy="270000"/>
          </a:xfrm>
          <a:prstGeom prst="rect">
            <a:avLst/>
          </a:prstGeom>
          <a:noFill/>
        </p:spPr>
        <p:txBody>
          <a:bodyPr wrap="square" anchor="ctr" lIns="29250" rIns="29250" tIns="18000" bIns="180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AD・獲得領域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835227" y="2160000"/>
            <a:ext cx="5437022" cy="50400"/>
          </a:xfrm>
          <a:prstGeom prst="rect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58500" tIns="18000" rIns="58500" bIns="18000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35227" y="1890000"/>
            <a:ext cx="2340000" cy="270000"/>
          </a:xfrm>
          <a:prstGeom prst="rect">
            <a:avLst/>
          </a:prstGeom>
          <a:noFill/>
        </p:spPr>
        <p:txBody>
          <a:bodyPr wrap="square" anchor="ctr" lIns="29250" rIns="29250" tIns="18000" bIns="180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LINE領域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827914" y="1908000"/>
            <a:ext cx="0" cy="3348000"/>
          </a:xfrm>
          <a:prstGeom prst="line">
            <a:avLst/>
          </a:prstGeom>
          <a:ln w="15875">
            <a:solidFill>
              <a:srgbClr val="D9D9D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1378840" y="3996000"/>
            <a:ext cx="1404000" cy="244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F2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4625" tIns="0" rIns="14625" bIns="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8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簡易診断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78840" y="4302000"/>
            <a:ext cx="1404000" cy="244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F2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4625" tIns="0" rIns="14625" bIns="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8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チェックコンテンツ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378840" y="4608000"/>
            <a:ext cx="1404000" cy="244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F2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4625" tIns="0" rIns="14625" bIns="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8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資料DL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059454" y="3996000"/>
            <a:ext cx="1404000" cy="244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6C7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4625" tIns="0" rIns="14625" bIns="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8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情報提供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059454" y="4302000"/>
            <a:ext cx="1404000" cy="244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6C7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4625" tIns="0" rIns="14625" bIns="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8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リマインド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059454" y="4608000"/>
            <a:ext cx="1404000" cy="244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6C7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4625" tIns="0" rIns="14625" bIns="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8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セグメント配信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059454" y="4913999"/>
            <a:ext cx="1404000" cy="244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6C7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4625" tIns="0" rIns="14625" bIns="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8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個別フォロー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3500" y="5616000"/>
            <a:ext cx="8628750" cy="503999"/>
          </a:xfrm>
          <a:prstGeom prst="rect">
            <a:avLst/>
          </a:prstGeom>
          <a:noFill/>
        </p:spPr>
        <p:txBody>
          <a:bodyPr wrap="square" anchor="ctr" lIns="29250" rIns="2925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簡易ページの作成から、サンクスLINE誘導・ナーチャリングまで一連で設計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テーマ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テーマ1" id="{8EA1701B-0E00-4167-9612-575199E01EDB}" vid="{8EF6575E-BB77-44AE-AF00-801DE4CAFB82}"/>
    </a:ext>
  </a:extLst>
</a:theme>
</file>

<file path=ppt/theme/theme2.xml><?xml version="1.0" encoding="utf-8"?>
<a:theme xmlns:a="http://schemas.openxmlformats.org/drawingml/2006/main" name="DYMJAPA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143172</TotalTime>
  <Words>7311</Words>
  <Application>Microsoft Office PowerPoint</Application>
  <PresentationFormat>A4 210 x 297 mm</PresentationFormat>
  <Paragraphs>1884</Paragraphs>
  <Slides>64</Slides>
  <Notes>28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2</vt:i4>
      </vt:variant>
      <vt:variant>
        <vt:lpstr>スライド タイトル</vt:lpstr>
      </vt:variant>
      <vt:variant>
        <vt:i4>64</vt:i4>
      </vt:variant>
    </vt:vector>
  </HeadingPairs>
  <TitlesOfParts>
    <vt:vector size="71" baseType="lpstr">
      <vt:lpstr>Meiryo</vt:lpstr>
      <vt:lpstr>Meiryo</vt:lpstr>
      <vt:lpstr>Arial</vt:lpstr>
      <vt:lpstr>Calibri</vt:lpstr>
      <vt:lpstr>Century Gothic</vt:lpstr>
      <vt:lpstr>テーマ1</vt:lpstr>
      <vt:lpstr>DYMJAPAN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中村 駿</dc:creator>
  <cp:lastModifiedBy>殿村 亮太</cp:lastModifiedBy>
  <cp:revision>1957</cp:revision>
  <cp:lastPrinted>2022-11-01T11:38:14Z</cp:lastPrinted>
  <dcterms:created xsi:type="dcterms:W3CDTF">2015-09-04T09:21:15Z</dcterms:created>
  <dcterms:modified xsi:type="dcterms:W3CDTF">2026-09-30T11:23:44Z</dcterms:modified>
</cp:coreProperties>
</file>