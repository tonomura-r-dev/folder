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8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ご予約の流れ（パフォーマー指名）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035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お席の管理はレストランボードのまま。LINEは連絡と案内、「空き状況」画面は見るだけ。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0" y="237744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E6F8EE"/>
          </a:solidFill>
          <a:ln w="12700">
            <a:solidFill>
              <a:srgbClr val="E6F8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0" y="23774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7A3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LINE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28816" y="23774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28816" y="23774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8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空き状況（新設）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900416" y="237744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FBEEE4"/>
          </a:solidFill>
          <a:ln w="12700">
            <a:solidFill>
              <a:srgbClr val="FBE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00416" y="23774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661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食べログ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069848"/>
            <a:ext cx="310896" cy="310896"/>
          </a:xfrm>
          <a:prstGeom prst="ellipse">
            <a:avLst/>
          </a:prstGeom>
          <a:solidFill>
            <a:srgbClr val="1F285A"/>
          </a:solidFill>
          <a:ln w="12700">
            <a:solidFill>
              <a:srgbClr val="1F28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1069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" y="1106424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E6F8EE"/>
          </a:solidFill>
          <a:ln w="12700">
            <a:solidFill>
              <a:srgbClr val="E6F8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" y="110642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7A3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LINE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100584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28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お客様 → パフォーマー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日時・人数・ご指名をトークで送る（記入フォーマットは自動応答で提示）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" y="1481328"/>
            <a:ext cx="540410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1581912"/>
            <a:ext cx="310896" cy="310896"/>
          </a:xfrm>
          <a:prstGeom prst="ellipse">
            <a:avLst/>
          </a:prstGeom>
          <a:solidFill>
            <a:srgbClr val="1F285A"/>
          </a:solidFill>
          <a:ln w="12700">
            <a:solidFill>
              <a:srgbClr val="1F28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" y="161848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E6F8EE"/>
          </a:solidFill>
          <a:ln w="12700">
            <a:solidFill>
              <a:srgbClr val="E6F8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816" y="16184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7A3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LINE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1517904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28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パフォーマー → お客様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受け取りの返事。「この時点では確定していません」を明記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3816" y="1993392"/>
            <a:ext cx="540410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093976"/>
            <a:ext cx="310896" cy="310896"/>
          </a:xfrm>
          <a:prstGeom prst="ellipse">
            <a:avLst/>
          </a:prstGeom>
          <a:solidFill>
            <a:srgbClr val="1F285A"/>
          </a:solidFill>
          <a:ln w="12700">
            <a:solidFill>
              <a:srgbClr val="1F28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" y="2093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2.5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13816" y="2130552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3816" y="2130552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8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空き状況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691640" y="202996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28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パフォーマー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その日の予約一覧と残席を見る。レストランボードは開かない。売上は出ない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3816" y="2505456"/>
            <a:ext cx="540410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2606040"/>
            <a:ext cx="310896" cy="310896"/>
          </a:xfrm>
          <a:prstGeom prst="ellipse">
            <a:avLst/>
          </a:prstGeom>
          <a:solidFill>
            <a:srgbClr val="1F285A"/>
          </a:solidFill>
          <a:ln w="12700">
            <a:solidFill>
              <a:srgbClr val="1F28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148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2.5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13816" y="264261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E6F8EE"/>
          </a:solidFill>
          <a:ln w="12700">
            <a:solidFill>
              <a:srgbClr val="E6F8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3816" y="264261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7A3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LINE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691640" y="254203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28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パフォーマー → お客様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ご案内できる時間帯を提示。先着順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3816" y="3017520"/>
            <a:ext cx="540410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118104"/>
            <a:ext cx="310896" cy="310896"/>
          </a:xfrm>
          <a:prstGeom prst="ellipse">
            <a:avLst/>
          </a:prstGeom>
          <a:solidFill>
            <a:srgbClr val="1F285A"/>
          </a:solidFill>
          <a:ln w="12700">
            <a:solidFill>
              <a:srgbClr val="1F285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11480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3816" y="3154680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E6F8EE"/>
          </a:solidFill>
          <a:ln w="12700">
            <a:solidFill>
              <a:srgbClr val="E6F8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3816" y="315468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7A3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LINE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1691640" y="3054096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28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パフォーマー → お客様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時間・人数を確定し、予約ページのリンクと確保期限を送る。要望欄に「指名：〇〇」と書いてもらう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3816" y="3529584"/>
            <a:ext cx="540410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3630168"/>
            <a:ext cx="310896" cy="310896"/>
          </a:xfrm>
          <a:prstGeom prst="ellipse">
            <a:avLst/>
          </a:prstGeom>
          <a:solidFill>
            <a:srgbClr val="1F285A"/>
          </a:solidFill>
          <a:ln w="12700">
            <a:solidFill>
              <a:srgbClr val="1F285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1148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13816" y="3666744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FBEEE4"/>
          </a:solidFill>
          <a:ln w="12700">
            <a:solidFill>
              <a:srgbClr val="FBEEE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3816" y="366674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661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食べログ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1691640" y="356616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28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お客様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本予約。お席の在庫はここで判定＝二重予約なし。予約できたら日時をトークに送る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3816" y="4041648"/>
            <a:ext cx="540410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1480" y="4142232"/>
            <a:ext cx="310896" cy="310896"/>
          </a:xfrm>
          <a:prstGeom prst="ellipse">
            <a:avLst/>
          </a:prstGeom>
          <a:solidFill>
            <a:srgbClr val="1F285A"/>
          </a:solidFill>
          <a:ln w="12700">
            <a:solidFill>
              <a:srgbClr val="1F285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11480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13816" y="417880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13816" y="41788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8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空き状況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1691640" y="4078224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28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パフォーマー（お店も同じ画面）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予約の行が増えたのを見て、LINEで確定の連絡「〇〇で承りました。当日お待ちしています」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46520" y="987552"/>
            <a:ext cx="2286000" cy="3611880"/>
          </a:xfrm>
          <a:prstGeom prst="roundRect">
            <a:avLst>
              <a:gd name="adj" fmla="val 4000"/>
            </a:avLst>
          </a:prstGeom>
          <a:solidFill>
            <a:srgbClr val="F4F7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611112" y="10972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8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新しく作るもの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6611112" y="135331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「空き状況」画面（LINE内）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611112" y="1700784"/>
            <a:ext cx="1956816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611112" y="170078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8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レストランボード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6611112" y="1947672"/>
            <a:ext cx="1956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▼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611112" y="2066544"/>
            <a:ext cx="1956816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611112" y="206654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8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予約通知メール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6611112" y="2313432"/>
            <a:ext cx="1956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▼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611112" y="2432304"/>
            <a:ext cx="1956816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611112" y="243230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8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Gmail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6611112" y="2679192"/>
            <a:ext cx="1956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▼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611112" y="2798064"/>
            <a:ext cx="1956816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611112" y="279806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8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GAS（5分おき）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6611112" y="3044952"/>
            <a:ext cx="1956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▼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6611112" y="3163824"/>
            <a:ext cx="1956816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611112" y="316382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8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スプレッドシート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6611112" y="3410712"/>
            <a:ext cx="1956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▼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611112" y="3529584"/>
            <a:ext cx="1956816" cy="256032"/>
          </a:xfrm>
          <a:prstGeom prst="roundRect">
            <a:avLst>
              <a:gd name="adj" fmla="val 21429"/>
            </a:avLst>
          </a:prstGeom>
          <a:solidFill>
            <a:srgbClr val="1F285A"/>
          </a:solidFill>
          <a:ln w="9525">
            <a:solidFill>
              <a:srgbClr val="1F285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611112" y="352958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空き状況（LINE内）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6611112" y="3913632"/>
            <a:ext cx="1956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0B7A3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ログインなし／手入力なし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0B7A3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月額0円／配信通数0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0B7A3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売上はこの経路を通らない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11480" y="4681728"/>
            <a:ext cx="8321040" cy="310896"/>
          </a:xfrm>
          <a:prstGeom prst="rect">
            <a:avLst/>
          </a:prstGeom>
          <a:solidFill>
            <a:srgbClr val="1F285A"/>
          </a:solidFill>
          <a:ln w="12700">
            <a:solidFill>
              <a:srgbClr val="1F285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1148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パフォーマーが触るのは、LINEのトークと「空き状況」画面の2つだけ。レストランボードには誰もログインしない。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2026-09-07T08:07:30Z</dcterms:created>
  <dcterms:modified xsi:type="dcterms:W3CDTF">2026-09-07T08:07:30Z</dcterms:modified>
</cp:coreProperties>
</file>