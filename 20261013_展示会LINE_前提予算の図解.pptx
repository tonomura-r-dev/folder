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ご提案｜LINE広告の予算枠を、全店舗共通で1つ設ける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店舗ごとに積まず、1つの枠から各エリアに配信し、申し込んだ方は来場まで追う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81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今のMeta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400" y="1998000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店舗ごと・そのまま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440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銀座店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464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488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512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536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ほか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3852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0876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7900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14924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1948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38520" y="2591999"/>
            <a:ext cx="5880960" cy="0"/>
          </a:xfrm>
          <a:prstGeom prst="line">
            <a:avLst/>
          </a:prstGeom>
          <a:ln w="317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79000" y="2591999"/>
            <a:ext cx="0" cy="396000"/>
          </a:xfrm>
          <a:prstGeom prst="line">
            <a:avLst/>
          </a:prstGeom>
          <a:ln w="317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84400" y="2987999"/>
            <a:ext cx="7189200" cy="864000"/>
          </a:xfrm>
          <a:prstGeom prst="rect">
            <a:avLst/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LINE広告の予算枠（全店舗共通で1つ）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 月30万円 ＋ 運用手数料20%（6万円）＝ 月36万円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" y="3203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追加の予算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400" y="3419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（ご提案）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79000" y="3880800"/>
            <a:ext cx="0" cy="41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844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017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9537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完了画面からLINEへ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710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8230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03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692300" y="4320000"/>
            <a:ext cx="1581300" cy="684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400" y="4554000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来場まで追う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400" y="5184000"/>
            <a:ext cx="7189200" cy="46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店舗ごとに30万円を足すのではなく、1店舗分（30万円）で全店舗のエリアに配信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サンクスLINE：初期15万円・月額3万円〜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