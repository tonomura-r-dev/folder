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9" r:id="rId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ご提案｜LINE広告の予算枠を、全店舗共通で1つ設ける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店舗ごとに積まず、1つの枠から各エリアに配信し、申し込んだ方は来場まで追う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4400" y="1781999"/>
            <a:ext cx="1368000" cy="216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今のMeta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400" y="1998000"/>
            <a:ext cx="1368000" cy="216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店舗ごと・そのまま</a:t>
            </a:r>
          </a:p>
        </p:txBody>
      </p:sp>
      <p:sp>
        <p:nvSpPr>
          <p:cNvPr id="8" name="Rectangle 7"/>
          <p:cNvSpPr/>
          <p:nvPr/>
        </p:nvSpPr>
        <p:spPr>
          <a:xfrm>
            <a:off x="2084400" y="1655999"/>
            <a:ext cx="130824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銀座店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Meta広告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3554640" y="1655999"/>
            <a:ext cx="130824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三鷹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Meta広告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4880" y="1655999"/>
            <a:ext cx="130824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高松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Meta広告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5120" y="1655999"/>
            <a:ext cx="130824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日向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Meta広告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5360" y="1655999"/>
            <a:ext cx="130824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ほか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Meta広告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38520" y="2304000"/>
            <a:ext cx="0" cy="287999"/>
          </a:xfrm>
          <a:prstGeom prst="line">
            <a:avLst/>
          </a:prstGeom>
          <a:ln w="25400">
            <a:solidFill>
              <a:srgbClr val="06C75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08760" y="2304000"/>
            <a:ext cx="0" cy="287999"/>
          </a:xfrm>
          <a:prstGeom prst="line">
            <a:avLst/>
          </a:prstGeom>
          <a:ln w="25400">
            <a:solidFill>
              <a:srgbClr val="06C75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679000" y="2304000"/>
            <a:ext cx="0" cy="287999"/>
          </a:xfrm>
          <a:prstGeom prst="line">
            <a:avLst/>
          </a:prstGeom>
          <a:ln w="25400">
            <a:solidFill>
              <a:srgbClr val="06C75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149240" y="2304000"/>
            <a:ext cx="0" cy="287999"/>
          </a:xfrm>
          <a:prstGeom prst="line">
            <a:avLst/>
          </a:prstGeom>
          <a:ln w="25400">
            <a:solidFill>
              <a:srgbClr val="06C75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619480" y="2304000"/>
            <a:ext cx="0" cy="287999"/>
          </a:xfrm>
          <a:prstGeom prst="line">
            <a:avLst/>
          </a:prstGeom>
          <a:ln w="25400">
            <a:solidFill>
              <a:srgbClr val="06C75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38520" y="2591999"/>
            <a:ext cx="5880960" cy="0"/>
          </a:xfrm>
          <a:prstGeom prst="line">
            <a:avLst/>
          </a:prstGeom>
          <a:ln w="317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679000" y="2591999"/>
            <a:ext cx="0" cy="396000"/>
          </a:xfrm>
          <a:prstGeom prst="line">
            <a:avLst/>
          </a:prstGeom>
          <a:ln w="317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084400" y="2987999"/>
            <a:ext cx="7189200" cy="864000"/>
          </a:xfrm>
          <a:prstGeom prst="rect">
            <a:avLst/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LINE広告の予算枠（全店舗共通で1つ）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広告費 月10万円 ＋ 運用手数料20%（2万円）＝ 月12万円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400" y="3203999"/>
            <a:ext cx="1368000" cy="216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追加の予算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400" y="3419999"/>
            <a:ext cx="1368000" cy="216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（ご提案）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79000" y="3880800"/>
            <a:ext cx="0" cy="41040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084400" y="4320000"/>
            <a:ext cx="1581300" cy="68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01700" y="4662000"/>
            <a:ext cx="216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953700" y="4320000"/>
            <a:ext cx="1581300" cy="68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完了画面からLINEへ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571000" y="4662000"/>
            <a:ext cx="216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823000" y="4320000"/>
            <a:ext cx="1581300" cy="68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前日・当日の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0300" y="4662000"/>
            <a:ext cx="216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692300" y="4320000"/>
            <a:ext cx="1581300" cy="684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400" y="4554000"/>
            <a:ext cx="1368000" cy="216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来場まで追う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400" y="5184000"/>
            <a:ext cx="7189200" cy="46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店舗ごとに30万円を足すのではなく、全店舗で1つの枠（月12万円）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サンクスLINE：初期15万円・月額3万円〜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