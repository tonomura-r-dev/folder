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7" r:id="rId13"/>
    <p:sldId id="2979" r:id="rId14"/>
    <p:sldId id="3000" r:id="rId15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―施策の設計（動線別）―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動線00｜離脱防止ポップアップ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求人ページから離れようとした方に、LINEで新着求人を受け取れることをご案内します。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応募しなかった方ともつながり続け、配信とリッチメニューで会員登録・応募へつなげます。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12000"/>
            <a:ext cx="1224000" cy="756000"/>
          </a:xfrm>
          <a:prstGeom prst="roundRect">
            <a:avLst>
              <a:gd name="adj" fmla="val 1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0000" y="1512000"/>
            <a:ext cx="5165999" cy="75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 → 「条件に合う新着求人をLINEでお届けします」 → LINE追加（月約41人）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22000"/>
            <a:ext cx="1224000" cy="194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②効率改善
（配信）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0000" y="2322000"/>
            <a:ext cx="5165999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[ステップ]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1〜14日後）離脱防止から追加した方（約27人）→ 希望の職種を聞く → 条件に合う求人 → 会員登録・応募のご案内（全10通）→ 開封72.5%×クリック12%×応募2.0% → 約1件／月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[企画配信]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離脱防止から追加した方（約110人）／3月の転職ピーク前（1〜2月）→ 新着求人・資格取得支援・働き方の特集（月4本）→ 開封78%×クリック10%×応募2.0% → 約2件／月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[リッチメニュー]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有効な友だち（約137人）→ 職種・地域・資格で求人を探す（月30%が利用×2回）→ 応募2.0% → 約1件／月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※配信・リッチメニューの作成はコンサル費（月20万円）に含む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4392000"/>
            <a:ext cx="1224000" cy="82799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③満足度改善
（ユーザー）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0000" y="4392000"/>
            <a:ext cx="5165999" cy="82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[QA自動化]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[個別チャット]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求人の条件や働き方の相談に、LINEで対応（電話は不要）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5346000"/>
            <a:ext cx="1224000" cy="72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④効率改善
（管理側）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10000" y="5346000"/>
            <a:ext cx="5165999" cy="7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[自動応答]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よくある質問への回答を自動化し、電話・メールでの問い合わせ対応を減らす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518169"/>
            <a:ext cx="2455200" cy="1535661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※件数はシミュレーション（SIM ver2.6）の9月の応募数15件を、動線ごとの友だち数とクリック数の比率で振り分けたもの（反応率の補正・複数回のクリックを含むため、開封率×クリック率×応募率の単純な掛け算とは一致しません）／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動線01｜「LINEで登録」ボタン（会員登録＝CV①）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求人詳細・会員登録ページに「LINEで登録」を置き、入力ほぼなしで会員登録と友だち追加を同時に完了させます。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登録した方を、リッチメニューと配信で応募（CV②）へつなげます。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12000"/>
            <a:ext cx="1224000" cy="756000"/>
          </a:xfrm>
          <a:prstGeom prst="roundRect">
            <a:avLst>
              <a:gd name="adj" fmla="val 1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0000" y="1512000"/>
            <a:ext cx="5165999" cy="75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「LINEで登録（入力はほぼ不要）」 → 会員登録＋LINE追加（月約98人）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※サイト側で実装（リニューアルの要件）。LINE Profile+は申請・審査のうえ別途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22000"/>
            <a:ext cx="1224000" cy="194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②効率改善
（配信）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0000" y="2322000"/>
            <a:ext cx="5165999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[ステップ]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1〜14日後）LINEで登録した方（約66人）→ 希望の職種を聞く → 条件に合う求人 → 応募のご案内（全10通）→ 開封72.5%×クリック12%×応募2.0% → 約3件／月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[企画配信]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LINEで登録した方（約262人）／3月の転職ピーク前（1〜2月）→ 新着求人・資格取得支援・働き方の特集（月4本）→ 開封78%×クリック10%×応募2.0% → 約4件／月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[リッチメニュー]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有効な友だち（約328人）→ 職種・地域・資格で求人を探す（月30%が利用×2回）→ 応募2.0% → 約4件／月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※配信・リッチメニューの作成はコンサル費（月20万円）に含む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4392000"/>
            <a:ext cx="1224000" cy="82799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③満足度改善
（ユーザー）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0000" y="4392000"/>
            <a:ext cx="5165999" cy="82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[QA自動化]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[個別チャット]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求人の条件や面談の相談に、LINEで対応（電話は不要）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[その他]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希望条件（職種・地域）の変更を、リッチメニューからいつでも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5346000"/>
            <a:ext cx="1224000" cy="72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④効率改善
（管理側）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10000" y="5346000"/>
            <a:ext cx="5165999" cy="7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[自動応答]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よくある質問への回答を自動化し、問い合わせ対応を減らす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[その他]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会員の情報とLINEをひもづけ、条件別の配信を自動化する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362" y="1512000"/>
            <a:ext cx="2014475" cy="126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600" y="2862000"/>
            <a:ext cx="2106000" cy="1404000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602" y="4356000"/>
            <a:ext cx="931995" cy="1655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※件数はシミュレーション（SIM ver2.6）の9月の応募数15件を、動線ごとの友だち数とクリック数の比率で振り分けたもの（反応率の補正・複数回のクリックを含むため、開封率×クリック率×応募率の単純な掛け算とは一致しません）／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動線02｜応募の完了画面（サンクスLINE・オプション）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応募の完了画面でLINEの友だち追加をご案内し、応募した方とLINEでつながります。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応募の数ではなく、応募から面談・採用までの取りこぼしを減らすための動線です（シミュレーションには含めていません）。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12000"/>
            <a:ext cx="1224000" cy="756000"/>
          </a:xfrm>
          <a:prstGeom prst="roundRect">
            <a:avLst>
              <a:gd name="adj" fmla="val 1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0000" y="1512000"/>
            <a:ext cx="5165999" cy="75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「今後のご連絡はこのLINEでお送りします」 → LINE追加（月約17人の想定）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22000"/>
            <a:ext cx="1224000" cy="194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②効率改善
（配信）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0000" y="2322000"/>
            <a:ext cx="5165999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[ステップ]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応募当日）応募した方 → 応募受付のお礼・面談までの流れ → 面談日程の確定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[ステップ]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面談前日・当日）面談予定の方 → 日時・場所・持ち物のご案内 → 無断キャンセルを防ぐ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[企画配信]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応募済みの方には、求人の案内などの配信は行わない（連絡・リマインドのみ）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4392000"/>
            <a:ext cx="1224000" cy="82799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③満足度改善
（ユーザー）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0000" y="4392000"/>
            <a:ext cx="5165999" cy="82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[QA自動化]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[個別チャット]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日程の変更や相談を、電話なしでLINEで完結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5346000"/>
            <a:ext cx="1224000" cy="72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④効率改善
（管理側）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10000" y="5346000"/>
            <a:ext cx="5165999" cy="7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 tIns="36000" bIns="36000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[自動応答]　</a:t>
            </a: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面談日程の確認・変更の受付を自動化し、電話でのやりとりを減らす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562759"/>
            <a:ext cx="2455200" cy="436248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※月約17人＝サイトからの応募（月約47件）×完了画面の表示80%×友だち追加45%の想定。シミュレーションの応募数・費用には含めていません／画面はイメージです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143161</TotalTime>
  <Words>2012</Words>
  <Application>Microsoft Office PowerPoint</Application>
  <PresentationFormat>A4 210 x 297 mm</PresentationFormat>
  <Paragraphs>500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1958</cp:revision>
  <cp:lastPrinted>2022-11-01T11:38:14Z</cp:lastPrinted>
  <dcterms:created xsi:type="dcterms:W3CDTF">2015-09-04T09:21:15Z</dcterms:created>
  <dcterms:modified xsi:type="dcterms:W3CDTF">2026-09-29T06:42:38Z</dcterms:modified>
</cp:coreProperties>
</file>