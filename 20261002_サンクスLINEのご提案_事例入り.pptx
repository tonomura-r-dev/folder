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592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保険相談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予約したのに、面談に来ない方がいる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924000"/>
            <a:ext cx="2484000" cy="1475999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来店に至らない割合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2〜3割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面談を予約したユーザーのうち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3708000" y="2592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申込み直後のLINEは、よく読まれる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3708000" y="3924000"/>
            <a:ext cx="2484000" cy="1475999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2"/>
          <p:cNvSpPr/>
          <p:nvPr/>
        </p:nvSpPr>
        <p:spPr>
          <a:xfrm>
            <a:off x="6336000" y="2592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読まれるだけでなく、クリックもされる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6336000" y="3924000"/>
            <a:ext cx="2484000" cy="1475999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4"/>
          <p:cNvSpPr/>
          <p:nvPr/>
        </p:nvSpPr>
        <p:spPr>
          <a:xfrm>
            <a:off x="1080000" y="5580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448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80000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708000" y="2448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保険相談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予約日時のリマインドを、LINE通知メッセージで配信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708000" y="3780000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予約からの面談実施率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5ポイント増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予約100件あたり、面談が5件増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6336000" y="2448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6336000" y="3780000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約200→240名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LINE経由の問い合わせの面談予約率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他のチャネルと比べて高い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