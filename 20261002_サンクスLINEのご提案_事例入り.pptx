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628000"/>
            <a:ext cx="7740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申込み直後のLINE通知メッセージは、よく読まれ、クリックもされる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約200→240名。リピート率も88→91%（導入前後の半年比較。LINEミニアプリを併用）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が、面談を予約（他のチャネルと比べて高い）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