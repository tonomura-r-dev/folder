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620000"/>
            <a:ext cx="7740000" cy="792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592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申込み直後のLINEは、よく読まれる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080000" y="3924000"/>
            <a:ext cx="3798000" cy="1475999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LINE通知メッセージの配信後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5022000" y="2592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読まれるだけでなく、クリックもされる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2"/>
          <p:cNvSpPr/>
          <p:nvPr/>
        </p:nvSpPr>
        <p:spPr>
          <a:xfrm>
            <a:off x="5022000" y="3924000"/>
            <a:ext cx="3798000" cy="1475999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メルマガのクリック率との比較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4"/>
          <p:cNvSpPr/>
          <p:nvPr/>
        </p:nvSpPr>
        <p:spPr>
          <a:xfrm>
            <a:off x="1080000" y="5580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44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80000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44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次回予約のリマインドをLINEで自動通知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780000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約200→240名。リピート率も88→91%（導入前後の半年比較。LINEミニアプリを併用）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友だち追加後のステップ配信で、予約を案内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LINEのチャットボットで情報を提供し、面談予約へ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LINEで問い合わせた方のうち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が、面談を予約（他のチャネルと比べて高い）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来店・購入の後も、LINEでつながり続ける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7.6→12.9%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19.4→40%超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