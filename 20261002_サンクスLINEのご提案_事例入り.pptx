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14"/>
    <p:sldId id="2971" r:id="rId3"/>
    <p:sldId id="2972" r:id="rId4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申込み直後の“熱量が高い瞬間”に、LINEでつながる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申込み直後からLINEで接点を持ち、来店・商談までの離脱を防止。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512000"/>
            <a:ext cx="7740000" cy="104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申込み完了の画面は、関心が一番高い瞬間。ここでLINEにつなげる。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バス会社：申込み直後のLINE通知メッセージは、よく読まれ、クリックもされる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クリック率はメルマガの約5倍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動く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5022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実例｜来店・来院の予約／資料請求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申込み後のLINEフォローで、来店・面談までつなげる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予約確認・リマインド・ステップ配信で、申込み後の離脱を防止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確認・リマインド・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来店・面談・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リピート率も88% → 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708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708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6336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LINEチャットで面談へ誘導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336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が面談予約。他チャネルと比べても高い水準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申込み後の離脱を防ぎ、来店・面談・商談につなげる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来店・購入後のLINEフォローで、リピートを伸ばす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アンケート・クーポン・次回来店タイミングの配信で、再来店を後押し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適切なタイミングで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