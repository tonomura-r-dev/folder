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7740000" cy="93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申込み直後のLINE通知メッセージは、よく読まれ、クリックもされる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600000"/>
            <a:ext cx="3798000" cy="176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3600000"/>
            <a:ext cx="3798000" cy="176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655999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17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655999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44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780000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44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780000"/>
            <a:ext cx="3798000" cy="1800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約200→240名。リピート率も88→91%（導入前後の半年比較。LINEミニアプリを併用）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が、面談を予約（他のチャネルと比べて高い）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