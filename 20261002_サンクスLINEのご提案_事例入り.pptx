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14"/>
    <p:sldId id="2971" r:id="rId3"/>
    <p:sldId id="2972" r:id="rId4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6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申込み直後の“熱量が高い瞬間”に、LINEでつながる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申込み直後からLINEで接点を持ち、来店・商談までの離脱を防止。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512000"/>
            <a:ext cx="7740000" cy="104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申込み完了の画面は、関心が一番高い瞬間。ここでLINEにつなげる。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628000"/>
            <a:ext cx="379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読まれる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バス会社：申込み直後のLINE通知メッセージは、よく読まれ、クリックもされる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080000" y="3707999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クリック率はメルマガの約5倍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5022000" y="2628000"/>
            <a:ext cx="379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動く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美容クリニック：予約完了画面からLINEへ誘導し、予約確認・前日のお知らせを配信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12"/>
          <p:cNvSpPr/>
          <p:nvPr/>
        </p:nvSpPr>
        <p:spPr>
          <a:xfrm>
            <a:off x="5022000" y="3707999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シーン1・2｜来店・来院の予約／資料請求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申込み後のLINEフォローで、来店・面談までつなげる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予約確認・リマインド・ステップ配信で、申込み後の離脱を防止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つながる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確認・リマインド・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来店・面談・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2484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予約後のフォロー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2484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約200名 → 約240名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リピート率も88% → 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3708000" y="2628000"/>
            <a:ext cx="2484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708000" y="3707999"/>
            <a:ext cx="2484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6336000" y="2628000"/>
            <a:ext cx="2484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LINEチャットで面談へ誘導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6336000" y="3707999"/>
            <a:ext cx="2484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問い合わせた方のうち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が面談予約。他チャネルと比べても高い水準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申込み後の離脱を防ぎ、来店・面談・商談につなげる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シーン3｜購入・来店の後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来店・購入後のLINEフォローで、リピートを伸ばす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アンケート・クーポン・次回来店タイミングの配信で、再来店を後押し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適切なタイミングで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7.6% → 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707999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8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19.4% → 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0" y="5639542"/>
            <a:ext cx="5971903" cy="523220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