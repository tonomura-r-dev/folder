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7"/>
  </p:notesMasterIdLst>
  <p:handoutMasterIdLst>
    <p:handoutMasterId r:id="rId8"/>
  </p:handoutMasterIdLst>
  <p:sldIdLst>
    <p:sldId id="3008" r:id="rId3"/>
    <p:sldId id="2971" r:id="rId4"/>
    <p:sldId id="2972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png"/><Relationship Id="rId10" Type="http://schemas.openxmlformats.org/officeDocument/2006/relationships/image" Target="../media/image12.jp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0" y="5639542"/>
            <a:ext cx="5971903" cy="523220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申込み直後の“熱量が高い瞬間”に、LINEでつながる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lang="en-US" altLang="ja-JP" sz="18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申込み直後からLINEで接点を持ち、来店・商談までの離脱を防止。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つながる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防ぐ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271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271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申込み⇒来店までに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一定数が離脱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3941999" y="2628000"/>
            <a:ext cx="271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ja-JP" altLang="en-US" sz="15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来店につながる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美容クリニック：予約確認・前日のお知らせをLINEで配信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941999" y="3707999"/>
            <a:ext cx="271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7" name="Picture 13" descr="thanks_msg_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000" y="2628000"/>
            <a:ext cx="1944000" cy="1743391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8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実例｜来店・来院の予約／資料請求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申込み後のLINEフォローで、来店・面談までつなげる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予約確認・リマインド・ステップ配信で、申込み後の離脱を防止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つながる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確認・リマインド・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来店・面談・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1763999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予約後のフォロー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1763999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約200名 → 約240名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2988000" y="2628000"/>
            <a:ext cx="1763999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2988000" y="3707999"/>
            <a:ext cx="1763999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2"/>
          <p:cNvSpPr/>
          <p:nvPr/>
        </p:nvSpPr>
        <p:spPr>
          <a:xfrm>
            <a:off x="4896000" y="2628000"/>
            <a:ext cx="1763999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LINEチャットで面談へ誘導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2"/>
          <p:cNvSpPr/>
          <p:nvPr/>
        </p:nvSpPr>
        <p:spPr>
          <a:xfrm>
            <a:off x="4896000" y="3707999"/>
            <a:ext cx="1763999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72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問い合わせた方の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が面談予約（他チャネルより高い）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9" name="Picture 13" descr="thanks_msg_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000" y="2628000"/>
            <a:ext cx="1944000" cy="1621851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20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申込み後の離脱を防ぎ、来店・面談・商談につなげる</a:t>
            </a:r>
          </a:p>
        </p:txBody>
      </p:sp>
      <p:sp>
        <p:nvSpPr>
          <p:cNvPr id="21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※美容室：リピート率も88% → 91%（導入前後の半年比較。LINEミニアプリを併用）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来店・購入後のLINEフォローで、リピートを伸ばす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8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アンケート・クーポン・次回来店タイミングの配信で、再来店を後押し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適切なタイミングで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再来店・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271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来店翌日のアンケートと、再来店前のクーポンを配信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07999"/>
            <a:ext cx="271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7.6% → 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3941999" y="2628000"/>
            <a:ext cx="2718000" cy="104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来店翌日11時に、アンケートとクーポンを自動配信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3941999" y="3707999"/>
            <a:ext cx="271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19.4% → 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7" name="Picture 13" descr="thanks_msg_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000" y="2628000"/>
            <a:ext cx="1944000" cy="2151940"/>
          </a:xfrm>
          <a:prstGeom prst="rect">
            <a:avLst/>
          </a:prstGeom>
          <a:ln w="12700">
            <a:solidFill>
              <a:srgbClr val="D9D9D9"/>
            </a:solidFill>
          </a:ln>
        </p:spPr>
      </p:pic>
      <p:sp>
        <p:nvSpPr>
          <p:cNvPr id="18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※サンクスLINE単体の効果ではなく、LINEでつながった後の施策の例（居酒屋・焼肉店はLINEミニアプリを併用）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450</Words>
  <Application>Microsoft Office PowerPoint</Application>
  <PresentationFormat>A4 210 x 297 mm</PresentationFormat>
  <Paragraphs>115</Paragraphs>
  <Slides>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1964</cp:revision>
  <cp:lastPrinted>2022-11-01T11:38:14Z</cp:lastPrinted>
  <dcterms:created xsi:type="dcterms:W3CDTF">2015-09-04T09:21:15Z</dcterms:created>
  <dcterms:modified xsi:type="dcterms:W3CDTF">2026-10-05T03:18:19Z</dcterms:modified>
</cp:coreProperties>
</file>