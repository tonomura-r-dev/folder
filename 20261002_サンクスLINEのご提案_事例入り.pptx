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7"/>
    <p:sldId id="2971" r:id="rId3"/>
    <p:sldId id="2972" r:id="rId4"/>
    <p:sldId id="2904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jp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8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申込みの直後に、LINEでつながる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1080000" y="1620000"/>
            <a:ext cx="7740000" cy="792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申込み⇒来店までに、一定数が離脱する。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広告費を増やしても、この離脱層は減らない。</a:t>
            </a:r>
          </a:p>
        </p:txBody>
      </p:sp>
      <p:sp>
        <p:nvSpPr>
          <p:cNvPr id="7" name="Rounded Rectangle 12"/>
          <p:cNvSpPr/>
          <p:nvPr/>
        </p:nvSpPr>
        <p:spPr>
          <a:xfrm>
            <a:off x="1080000" y="2592000"/>
            <a:ext cx="2484000" cy="280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保険見直し本舗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予約したのに、面談に来ない方がいる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来店に至らない割合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2〜3割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面談を予約したユーザーのうち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12"/>
          <p:cNvSpPr/>
          <p:nvPr/>
        </p:nvSpPr>
        <p:spPr>
          <a:xfrm>
            <a:off x="1224000" y="2700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12"/>
          <p:cNvSpPr/>
          <p:nvPr/>
        </p:nvSpPr>
        <p:spPr>
          <a:xfrm>
            <a:off x="3708000" y="2592000"/>
            <a:ext cx="2484000" cy="280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琴平バス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申込み直後のLINEは、よく読まれる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メッセージの開封率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約70%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LINE通知メッセージの配信後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12"/>
          <p:cNvSpPr/>
          <p:nvPr/>
        </p:nvSpPr>
        <p:spPr>
          <a:xfrm>
            <a:off x="3852000" y="2700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12"/>
          <p:cNvSpPr/>
          <p:nvPr/>
        </p:nvSpPr>
        <p:spPr>
          <a:xfrm>
            <a:off x="6336000" y="2592000"/>
            <a:ext cx="2484000" cy="280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琴平バス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読まれるだけでなく、クリックもされる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約5倍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メルマガのクリック率との比較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6480000" y="2700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4"/>
          <p:cNvSpPr/>
          <p:nvPr/>
        </p:nvSpPr>
        <p:spPr>
          <a:xfrm>
            <a:off x="1080000" y="5580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関心が一番高い申込み直後に、LINEでつながるのが最適</a:t>
            </a:r>
          </a:p>
        </p:txBody>
      </p:sp>
      <p:sp>
        <p:nvSpPr>
          <p:cNvPr id="14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導入事例（保険見直し本舗・琴平バス）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シーン1｜来店・来院の予約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予約を、来店・来院につなげる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655999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17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655999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17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655999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17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655999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448000"/>
            <a:ext cx="2484000" cy="313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予約完了画面からLINEへ誘導し、予約確認・前日のお知らせを配信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40〜50%改善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弊社運用の実績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4"/>
          <p:cNvSpPr/>
          <p:nvPr/>
        </p:nvSpPr>
        <p:spPr>
          <a:xfrm>
            <a:off x="1224000" y="2556000"/>
            <a:ext cx="1007999" cy="251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弊社実績</a:t>
            </a:r>
          </a:p>
        </p:txBody>
      </p:sp>
      <p:sp>
        <p:nvSpPr>
          <p:cNvPr id="15" name="Rounded Rectangle 12"/>
          <p:cNvSpPr/>
          <p:nvPr/>
        </p:nvSpPr>
        <p:spPr>
          <a:xfrm>
            <a:off x="3708000" y="2448000"/>
            <a:ext cx="2484000" cy="313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保険見直し本舗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予約日時のリマインドを、LINE通知メッセージで配信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予約からの面談実施率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5ポイント増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予約100件あたり、面談が5件増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3852000" y="2556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2"/>
          <p:cNvSpPr/>
          <p:nvPr/>
        </p:nvSpPr>
        <p:spPr>
          <a:xfrm>
            <a:off x="6336000" y="2448000"/>
            <a:ext cx="2484000" cy="313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ジャパンプロデュース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美容室。次回予約のリマインドをLINEで自動通知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次回予約客数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約200→240名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リピート率も88→91%（導入前後の半年比較。LINEミニアプリを併用）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Rounded Rectangle 12"/>
          <p:cNvSpPr/>
          <p:nvPr/>
        </p:nvSpPr>
        <p:spPr>
          <a:xfrm>
            <a:off x="6480000" y="2556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無断キャンセルを防ぎ、来店につなげる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出典：弊社運用実績／LINEヤフー for Business 導入事例（保険見直し本舗・ジャパンプロデュース）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シーン2｜資料請求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資料請求を、予約・商談につなげる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LINEへ案内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事例・動画を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見学・商談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の予約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28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友だち追加後のステップ配信で、予約を案内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約1.2倍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ステップ配信の実施前との比較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224000" y="2736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28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UZUZ（就職支援）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LINEのチャットボットで情報を提供し、面談予約へ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LINE経由の問い合わせの面談予約率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他のチャネルと比べて高い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166000" y="2736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資料請求のみで終わらせず、予約・商談につなげる</a:t>
            </a:r>
          </a:p>
        </p:txBody>
      </p:sp>
      <p:sp>
        <p:nvSpPr>
          <p:cNvPr id="18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導入事例（アクネクリニック・UZUZ）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シーン3｜購入・来店の後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来店・購入の後も、LINEでつながり続ける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翌日に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アンケート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次のタイミングで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クーポン・案内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リピート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28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Dazy（飲食店）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来店翌日にアンケートを配信。再来店の少し前にクーポンを配信（LINEミニアプリを併用）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リピーターの売上割合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7.6→12.9%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2025年1月と3月の比較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224000" y="2736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28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たんじろう（飲食店）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来店翌日の11時に、アンケートとクーポンを自動配信（LINEミニアプリを併用）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19.4→40%超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2024年1月と2025年1月の比較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166000" y="2736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購入・来店の後も、LINEで次の来店につなげる</a:t>
            </a:r>
          </a:p>
        </p:txBody>
      </p:sp>
      <p:sp>
        <p:nvSpPr>
          <p:cNvPr id="18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導入事例（Dazy・たんじろう）。LINEでつながった後の施策の例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200" dirty="0" b="1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弊社運用の美容クリニック様では、予約後来院率が40〜50%改善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