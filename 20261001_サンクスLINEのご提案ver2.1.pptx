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8"/>
  </p:notesMasterIdLst>
  <p:handoutMasterIdLst>
    <p:handoutMasterId r:id="rId9"/>
  </p:handoutMasterIdLst>
  <p:sldIdLst>
    <p:sldId id="2971" r:id="rId3"/>
    <p:sldId id="2972" r:id="rId4"/>
    <p:sldId id="2904" r:id="rId5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LINEは、申込みの「後」につながる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ja-JP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で、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来店・成約・リピート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まで追う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2323800"/>
            <a:ext cx="1872000" cy="1080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12000" y="2701801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844000" y="2323800"/>
            <a:ext cx="1872000" cy="1080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資料請求・予約・購入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24000" y="2701801"/>
            <a:ext cx="324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7236000" y="2701801"/>
            <a:ext cx="324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2000" y="4212001"/>
            <a:ext cx="9043200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申込みの「後」の追い方を変えれば、同じ広告費のまま成果が増える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6000" y="2323800"/>
            <a:ext cx="1872000" cy="1080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リマインド・配信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1対1のトーク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8000" y="2323800"/>
            <a:ext cx="1807199" cy="1080000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905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来店・成約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リピート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3529800"/>
            <a:ext cx="4284000" cy="306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広告で追えるところ：申込みまで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6000" y="3529800"/>
            <a:ext cx="4219200" cy="306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LINEで追えるところ：来店・成約・リピートまで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サンクスLINE｜申込みの直後に、LINEでつながる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57334"/>
            <a:ext cx="9036000" cy="665331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申込みの完了画面から、そのままLINEへ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  <a:endParaRPr lang="en-US"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関心が一番高いタイミング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＝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なりやすい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25600" y="2052000"/>
            <a:ext cx="1584000" cy="136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フォーム入力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81600" y="2556000"/>
            <a:ext cx="288000" cy="360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41600" y="2052000"/>
            <a:ext cx="1872000" cy="136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申込み完了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購入・予約・資料請求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85600" y="2556000"/>
            <a:ext cx="288000" cy="360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845600" y="2052000"/>
            <a:ext cx="1440000" cy="1368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6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ツールで</a:t>
            </a:r>
            <a:endParaRPr sz="12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20000"/>
              </a:lnSpc>
            </a:pPr>
            <a:r>
              <a:rPr sz="16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LINEへ</a:t>
            </a:r>
            <a:endParaRPr sz="12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6357600" y="2556000"/>
            <a:ext cx="288000" cy="360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17600" y="2052000"/>
            <a:ext cx="2663999" cy="647999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はじめての方 → 友だち追加へ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17600" y="2772000"/>
            <a:ext cx="2663999" cy="647999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友だちの方 → トーク画面へ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600" y="3744000"/>
            <a:ext cx="2904000" cy="201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6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関心が一番高い直後に案内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申込みの直後なので、友だちにな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りやすい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01600" y="3744000"/>
            <a:ext cx="2904000" cy="201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6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友だち集めの広告費ゼロ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今の広告で集めた申込みを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そのままLINE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で当日まで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77600" y="3744000"/>
            <a:ext cx="2904000" cy="201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6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入力内容をそのまま活用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トークに反映し、配信の出し分けにも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有効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実績と費用｜LINEで追うと、来店・面談が伸びる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弊社の運用実績と、LINEヤフー公式の導入事例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8"/>
          <p:cNvSpPr/>
          <p:nvPr/>
        </p:nvSpPr>
        <p:spPr>
          <a:xfrm>
            <a:off x="525600" y="1638000"/>
            <a:ext cx="2854800" cy="324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弊社実績｜美容クリニック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600" y="1998000"/>
            <a:ext cx="2854800" cy="936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完了画面からLINEへ（サンクスLINE）</a:t>
            </a:r>
          </a:p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来院率 40〜50%改善</a:t>
            </a:r>
          </a:p>
        </p:txBody>
      </p:sp>
      <p:sp>
        <p:nvSpPr>
          <p:cNvPr id="8" name="Rounded Rectangle 4"/>
          <p:cNvSpPr/>
          <p:nvPr/>
        </p:nvSpPr>
        <p:spPr>
          <a:xfrm>
            <a:off x="3524399" y="1638000"/>
            <a:ext cx="2854800" cy="32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保険見直し本舗</a:t>
            </a:r>
          </a:p>
        </p:txBody>
      </p:sp>
      <p:sp>
        <p:nvSpPr>
          <p:cNvPr id="9" name="Rounded Rectangle 6"/>
          <p:cNvSpPr/>
          <p:nvPr/>
        </p:nvSpPr>
        <p:spPr>
          <a:xfrm>
            <a:off x="3524399" y="1998000"/>
            <a:ext cx="2854800" cy="936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予約日時をLINEでリマインド</a:t>
            </a:r>
          </a:p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面談実施率 ＋5ポイント</a:t>
            </a:r>
          </a:p>
        </p:txBody>
      </p:sp>
      <p:sp>
        <p:nvSpPr>
          <p:cNvPr id="10" name="Rounded Rectangle 4"/>
          <p:cNvSpPr/>
          <p:nvPr/>
        </p:nvSpPr>
        <p:spPr>
          <a:xfrm>
            <a:off x="6523200" y="1638000"/>
            <a:ext cx="2854800" cy="32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琴平バス（観光バス）</a:t>
            </a:r>
          </a:p>
        </p:txBody>
      </p:sp>
      <p:sp>
        <p:nvSpPr>
          <p:cNvPr id="11" name="Rounded Rectangle 6"/>
          <p:cNvSpPr/>
          <p:nvPr/>
        </p:nvSpPr>
        <p:spPr>
          <a:xfrm>
            <a:off x="6523200" y="1998000"/>
            <a:ext cx="2854800" cy="936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予約の通知をLINEで受け取った方のうち</a:t>
            </a:r>
          </a:p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友だち追加 約70%</a:t>
            </a:r>
          </a:p>
        </p:txBody>
      </p:sp>
      <p:sp>
        <p:nvSpPr>
          <p:cNvPr id="12" name="Rounded Rectangle 4"/>
          <p:cNvSpPr/>
          <p:nvPr/>
        </p:nvSpPr>
        <p:spPr>
          <a:xfrm>
            <a:off x="525600" y="3024000"/>
            <a:ext cx="2854800" cy="32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皮膚科クリニック</a:t>
            </a:r>
          </a:p>
        </p:txBody>
      </p:sp>
      <p:sp>
        <p:nvSpPr>
          <p:cNvPr id="13" name="Rounded Rectangle 6"/>
          <p:cNvSpPr/>
          <p:nvPr/>
        </p:nvSpPr>
        <p:spPr>
          <a:xfrm>
            <a:off x="525600" y="3384000"/>
            <a:ext cx="2854800" cy="936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友だち追加後のステップ配信</a:t>
            </a:r>
          </a:p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予約数 約120%</a:t>
            </a:r>
          </a:p>
        </p:txBody>
      </p:sp>
      <p:sp>
        <p:nvSpPr>
          <p:cNvPr id="14" name="Rounded Rectangle 4"/>
          <p:cNvSpPr/>
          <p:nvPr/>
        </p:nvSpPr>
        <p:spPr>
          <a:xfrm>
            <a:off x="3524399" y="3024000"/>
            <a:ext cx="2854800" cy="32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UZUZ（就職支援）</a:t>
            </a:r>
          </a:p>
        </p:txBody>
      </p:sp>
      <p:sp>
        <p:nvSpPr>
          <p:cNvPr id="15" name="Rounded Rectangle 6"/>
          <p:cNvSpPr/>
          <p:nvPr/>
        </p:nvSpPr>
        <p:spPr>
          <a:xfrm>
            <a:off x="3524399" y="3384000"/>
            <a:ext cx="2854800" cy="936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LINEからの問い合わせ</a:t>
            </a:r>
          </a:p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面談予約率 55%</a:t>
            </a:r>
          </a:p>
        </p:txBody>
      </p:sp>
      <p:sp>
        <p:nvSpPr>
          <p:cNvPr id="16" name="Rounded Rectangle 4"/>
          <p:cNvSpPr/>
          <p:nvPr/>
        </p:nvSpPr>
        <p:spPr>
          <a:xfrm>
            <a:off x="6523200" y="3024000"/>
            <a:ext cx="2854800" cy="32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サンマルクカフェ</a:t>
            </a:r>
          </a:p>
        </p:txBody>
      </p:sp>
      <p:sp>
        <p:nvSpPr>
          <p:cNvPr id="17" name="Rounded Rectangle 6"/>
          <p:cNvSpPr/>
          <p:nvPr/>
        </p:nvSpPr>
        <p:spPr>
          <a:xfrm>
            <a:off x="6523200" y="3384000"/>
            <a:ext cx="2854800" cy="936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メッセージを開封した方のうち</a:t>
            </a:r>
          </a:p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当日に来店 約40%</a:t>
            </a:r>
          </a:p>
        </p:txBody>
      </p:sp>
      <p:sp>
        <p:nvSpPr>
          <p:cNvPr id="18" name="Rounded Rectangle 4"/>
          <p:cNvSpPr/>
          <p:nvPr/>
        </p:nvSpPr>
        <p:spPr>
          <a:xfrm>
            <a:off x="525600" y="4482000"/>
            <a:ext cx="1080000" cy="468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費用</a:t>
            </a:r>
          </a:p>
        </p:txBody>
      </p:sp>
      <p:sp>
        <p:nvSpPr>
          <p:cNvPr id="19" name="Rounded Rectangle 8"/>
          <p:cNvSpPr/>
          <p:nvPr/>
        </p:nvSpPr>
        <p:spPr>
          <a:xfrm>
            <a:off x="1677600" y="4482000"/>
            <a:ext cx="1944000" cy="468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 15万円</a:t>
            </a:r>
          </a:p>
        </p:txBody>
      </p:sp>
      <p:sp>
        <p:nvSpPr>
          <p:cNvPr id="20" name="Rounded Rectangle 8"/>
          <p:cNvSpPr/>
          <p:nvPr/>
        </p:nvSpPr>
        <p:spPr>
          <a:xfrm>
            <a:off x="3693600" y="4482000"/>
            <a:ext cx="1944000" cy="468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 5万円</a:t>
            </a:r>
          </a:p>
        </p:txBody>
      </p:sp>
      <p:sp>
        <p:nvSpPr>
          <p:cNvPr id="21" name="TextBox 10"/>
          <p:cNvSpPr txBox="1"/>
          <p:nvPr/>
        </p:nvSpPr>
        <p:spPr>
          <a:xfrm>
            <a:off x="5709600" y="4482000"/>
            <a:ext cx="3668400" cy="468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ctr"/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※APIツール（Lステップ等）と併用可</a:t>
            </a:r>
          </a:p>
          <a:p>
            <a:pPr algn="ctr"/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※完了画面を増やす場合は追加費用</a:t>
            </a:r>
          </a:p>
        </p:txBody>
      </p:sp>
      <p:sp>
        <p:nvSpPr>
          <p:cNvPr id="22" name="Rounded Rectangle 4"/>
          <p:cNvSpPr/>
          <p:nvPr/>
        </p:nvSpPr>
        <p:spPr>
          <a:xfrm>
            <a:off x="525600" y="5076000"/>
            <a:ext cx="8852400" cy="468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広告のご提案とあわせて、LINEへの導線設計からご提案可能</a:t>
            </a:r>
          </a:p>
        </p:txBody>
      </p:sp>
      <p:sp>
        <p:nvSpPr>
          <p:cNvPr id="23" name="TextBox 19"/>
          <p:cNvSpPr txBox="1"/>
          <p:nvPr/>
        </p:nvSpPr>
        <p:spPr>
          <a:xfrm>
            <a:off x="525600" y="5616000"/>
            <a:ext cx="8852400" cy="28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導入事例（保険見直し本舗／琴平バス／アクネクリニック／UZUZ／サンマルクカフェ）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319</Words>
  <Application>Microsoft Office PowerPoint</Application>
  <PresentationFormat>A4 210 x 297 mm</PresentationFormat>
  <Paragraphs>80</Paragraphs>
  <Slides>5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2026-09-30T08:47:37Z</dcterms:modified>
</cp:coreProperties>
</file>