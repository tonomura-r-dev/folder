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塾を調べているのは40代の母親。選ぶときに一番困っているのは、料金ではなく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・トライは生徒向け。森塾・ナビは公式サイトにLINEの導線がない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⑧紹介は今回の提案には含めない（入会まで）</a:t>
            </a:r>
          </a:p>
        </p:txBody>
      </p:sp>
      <p:sp>
        <p:nvSpPr>
          <p:cNvPr id="61" name="Pentagon 6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2" name="Chevron 6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63" name="Chevron 6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4" name="Chevron 6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65" name="Chevron 6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6" name="Chevron 6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7" name="Chevron 6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8" name="Chevron 6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69" name="Pentagon 68"/>
          <p:cNvSpPr/>
          <p:nvPr/>
        </p:nvSpPr>
        <p:spPr>
          <a:xfrm>
            <a:off x="432000" y="1584000"/>
            <a:ext cx="1092600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0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71" name="Chevron 70"/>
          <p:cNvSpPr/>
          <p:nvPr/>
        </p:nvSpPr>
        <p:spPr>
          <a:xfrm>
            <a:off x="1567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85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73" name="Chevron 72"/>
          <p:cNvSpPr/>
          <p:nvPr/>
        </p:nvSpPr>
        <p:spPr>
          <a:xfrm>
            <a:off x="27036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21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75" name="Chevron 74"/>
          <p:cNvSpPr/>
          <p:nvPr/>
        </p:nvSpPr>
        <p:spPr>
          <a:xfrm>
            <a:off x="3839399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574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＋診断</a:t>
            </a:r>
          </a:p>
        </p:txBody>
      </p:sp>
      <p:sp>
        <p:nvSpPr>
          <p:cNvPr id="77" name="Chevron 76"/>
          <p:cNvSpPr/>
          <p:nvPr/>
        </p:nvSpPr>
        <p:spPr>
          <a:xfrm>
            <a:off x="49752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9932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進んでもらう</a:t>
            </a:r>
          </a:p>
        </p:txBody>
      </p:sp>
      <p:sp>
        <p:nvSpPr>
          <p:cNvPr id="79" name="Chevron 78"/>
          <p:cNvSpPr/>
          <p:nvPr/>
        </p:nvSpPr>
        <p:spPr>
          <a:xfrm>
            <a:off x="61110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29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予約しなかった人へ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時期を変えて再案内</a:t>
            </a:r>
          </a:p>
        </p:txBody>
      </p:sp>
      <p:sp>
        <p:nvSpPr>
          <p:cNvPr id="81" name="Chevron 80"/>
          <p:cNvSpPr/>
          <p:nvPr/>
        </p:nvSpPr>
        <p:spPr>
          <a:xfrm>
            <a:off x="7246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64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sp>
        <p:nvSpPr>
          <p:cNvPr id="83" name="Chevron 82"/>
          <p:cNvSpPr/>
          <p:nvPr/>
        </p:nvSpPr>
        <p:spPr>
          <a:xfrm>
            <a:off x="8382600" y="1584000"/>
            <a:ext cx="1092600" cy="36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00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今回は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扱わない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57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38574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5215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9932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793100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72648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76000" y="3870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76000" y="4140000"/>
            <a:ext cx="4248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・名前や学年が分かるので、その後の配信を合わせられる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04000" y="4140000"/>
            <a:ext cx="4320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32000" y="543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P26〜31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