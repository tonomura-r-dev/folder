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 月5〜10万円／イベント期 月30万円程度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イベントのたびに、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広告で一から集める形になっている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イベントの無い時期は月2回に抑える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 月5〜10万円、イベント期 月30万円程度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区分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（イベントの無い月）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月2回の配信（ツール費を含む）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（イベントの前後）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月4〜5回の配信（告知・リマインド・イベント直後のフォロー）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年間の目安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約160〜200万円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イベント期4か月＋平常期8か月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25780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※広告費は含まない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513832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※イベントを年4回、イベント期を各1か月として計算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502920" y="5769864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