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16.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2.xml"/><Relationship Id="rId72" Type="http://schemas.openxmlformats.org/officeDocument/2006/relationships/slide" Target="slides/slide3.xml"/><Relationship Id="rId73" Type="http://schemas.openxmlformats.org/officeDocument/2006/relationships/slide" Target="slides/slide4.xml"/><Relationship Id="rId74" Type="http://schemas.openxmlformats.org/officeDocument/2006/relationships/slide" Target="slides/slide5.xml"/><Relationship Id="rId75" Type="http://schemas.openxmlformats.org/officeDocument/2006/relationships/slide" Target="slides/slide6.xml"/><Relationship Id="rId76" Type="http://schemas.openxmlformats.org/officeDocument/2006/relationships/slide" Target="slides/slide7.xml"/><Relationship Id="rId77" Type="http://schemas.openxmlformats.org/officeDocument/2006/relationships/slide" Target="slides/slide8.xml"/><Relationship Id="rId78" Type="http://schemas.openxmlformats.org/officeDocument/2006/relationships/slide" Target="slides/slide9.xml"/><Relationship Id="rId79" Type="http://schemas.openxmlformats.org/officeDocument/2006/relationships/slide" Target="slides/slide10.xml"/><Relationship Id="rId80" Type="http://schemas.openxmlformats.org/officeDocument/2006/relationships/slide" Target="slides/slide11.xml"/><Relationship Id="rId81" Type="http://schemas.openxmlformats.org/officeDocument/2006/relationships/slide" Target="slides/slide12.xml"/><Relationship Id="rId82" Type="http://schemas.openxmlformats.org/officeDocument/2006/relationships/slide" Target="slides/slide13.xml"/><Relationship Id="rId83" Type="http://schemas.openxmlformats.org/officeDocument/2006/relationships/slide" Target="slides/slide14.xml"/><Relationship Id="rId84" Type="http://schemas.openxmlformats.org/officeDocument/2006/relationships/slide" Target="slides/slide15.xml"/><Relationship Id="rId85" Type="http://schemas.openxmlformats.org/officeDocument/2006/relationships/slide" Target="slides/slide17.xml"/><Relationship Id="rId86" Type="http://schemas.openxmlformats.org/officeDocument/2006/relationships/slide" Target="slides/slide18.xml"/><Relationship Id="rId87" Type="http://schemas.openxmlformats.org/officeDocument/2006/relationships/slide" Target="slides/slide19.xml"/><Relationship Id="rId88" Type="http://schemas.openxmlformats.org/officeDocument/2006/relationships/slide" Target="slides/slide20.xml"/><Relationship Id="rId89" Type="http://schemas.openxmlformats.org/officeDocument/2006/relationships/slide" Target="slides/slide21.xml"/><Relationship Id="rId90" Type="http://schemas.openxmlformats.org/officeDocument/2006/relationships/slide" Target="slides/slide22.xml"/><Relationship Id="rId91" Type="http://schemas.openxmlformats.org/officeDocument/2006/relationships/slide" Target="slides/slide23.xml"/><Relationship Id="rId92" Type="http://schemas.openxmlformats.org/officeDocument/2006/relationships/slide" Target="slides/slide24.xml"/><Relationship Id="rId93" Type="http://schemas.openxmlformats.org/officeDocument/2006/relationships/slide" Target="slides/slide25.xml"/><Relationship Id="rId94" Type="http://schemas.openxmlformats.org/officeDocument/2006/relationships/slide" Target="slides/slide26.xml"/><Relationship Id="rId95" Type="http://schemas.openxmlformats.org/officeDocument/2006/relationships/slide" Target="slides/slide27.xml"/><Relationship Id="rId96" Type="http://schemas.openxmlformats.org/officeDocument/2006/relationships/slide" Target="slides/slide28.xml"/><Relationship Id="rId97" Type="http://schemas.openxmlformats.org/officeDocument/2006/relationships/slide" Target="slides/slide29.xml"/><Relationship Id="rId98" Type="http://schemas.openxmlformats.org/officeDocument/2006/relationships/slide" Target="slides/slide30.xml"/><Relationship Id="rId99"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2080717"/>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400757"/>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141067"/>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335627"/>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イベントが終わると、集めた方との接点が途切れる。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途切れない接点を、LINE公式アカウントでつくる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42316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606040" y="859536"/>
            <a:ext cx="7086599"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05740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40280" y="859536"/>
            <a:ext cx="745236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2231593"/>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4427524"/>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890613"/>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713573"/>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136733"/>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095804"/>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918764"/>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gridCol w="2377440"/>
                <a:gridCol w="4105656"/>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25,000円／件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