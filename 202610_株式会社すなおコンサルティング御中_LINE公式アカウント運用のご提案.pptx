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62.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2446020"/>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276606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276606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276606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276606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276606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276606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2766060"/>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38176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422910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38176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422910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381762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422910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53746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253746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253746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253746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253746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253746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253746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253746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2537460"/>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3268980"/>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3570732"/>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3268980"/>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3570732"/>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473202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ためて追い続ける場所が無い。この場所を、LINE公式アカウントでつくる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260604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301752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393192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434340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260604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301752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393192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434340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260604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301752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393192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434340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491740"/>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477774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2674620"/>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246888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880360"/>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246888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880360"/>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480060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157984"/>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215798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2157984"/>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215798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2157984"/>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2157984"/>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2157984"/>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980944"/>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5404104"/>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246888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246888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246888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246888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2468880"/>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3291840"/>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2112264"/>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5266944"/>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5486400"/>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657600"/>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sp>
        <p:nvSpPr>
          <p:cNvPr id="31" name="差し込み 成果の地点・成果報酬単価"/>
          <p:cNvSpPr/>
          <p:nvPr/>
        </p:nvSpPr>
        <p:spPr>
          <a:xfrm>
            <a:off x="548640" y="4023360"/>
            <a:ext cx="8860536" cy="219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400" b="1" dirty="0">
                <a:solidFill>
                  <a:srgbClr val="7F7F7F"/>
                </a:solidFill>
                <a:latin typeface="メイリオ" panose="020B0604030504040204" pitchFamily="50" charset="-128"/>
                <a:ea typeface="メイリオ" panose="020B0604030504040204" pitchFamily="50" charset="-128"/>
                <a:cs typeface="メイリオ"/>
              </a:rPr>
              <a:t>成果の地点・成果報酬単価</a:t>
            </a:r>
            <a:endParaRPr lang="ja-JP" altLang="en-US" sz="1200" dirty="0">
              <a:latin typeface="メイリオ"/>
              <a:ea typeface="メイリオ"/>
              <a:cs typeface="メイリオ"/>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